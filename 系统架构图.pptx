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5"/>
        <p:guide pos="284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7772400" cy="86868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222222">
                <a:alpha val="9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222222"/>
                </a:solidFill>
              </a:rPr>
              <a:t>界面层（前端）</a:t>
            </a:r>
            <a:endParaRPr sz="1800" b="1">
              <a:solidFill>
                <a:srgbClr val="22222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954530" y="367665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策略代码生成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817620" y="367665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策略代码评估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819775" y="367665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安全策略部署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4050792" y="1005840"/>
            <a:ext cx="219456" cy="146304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0195" y="1174750"/>
            <a:ext cx="7876540" cy="4211955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19050">
            <a:solidFill>
              <a:srgbClr val="222222">
                <a:alpha val="99000"/>
              </a:srgb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b="1">
                <a:solidFill>
                  <a:srgbClr val="222222"/>
                </a:solidFill>
              </a:rPr>
              <a:t>后端服务</a:t>
            </a:r>
            <a:endParaRPr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0380" y="1606804"/>
            <a:ext cx="7498080" cy="146304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222222">
                <a:alpha val="9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b="1">
                <a:solidFill>
                  <a:srgbClr val="222222"/>
                </a:solidFill>
              </a:rPr>
              <a:t>服务层</a:t>
            </a:r>
            <a:endParaRPr b="1">
              <a:solidFill>
                <a:srgbClr val="22222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14880" y="1837690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任务调度器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28135" y="1837690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知识库构建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14880" y="2441321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策略生成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33215" y="2441321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评审与排序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51550" y="2441321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部署管理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4139692" y="3069844"/>
            <a:ext cx="219456" cy="146304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380" y="3273298"/>
            <a:ext cx="7498080" cy="86868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222222">
                <a:alpha val="9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b="1">
                <a:solidFill>
                  <a:srgbClr val="222222"/>
                </a:solidFill>
              </a:rPr>
              <a:t>智能引擎层</a:t>
            </a:r>
            <a:endParaRPr b="1">
              <a:solidFill>
                <a:srgbClr val="222222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861820" y="3492500"/>
            <a:ext cx="1278890" cy="43878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大模型接口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390900" y="3492500"/>
            <a:ext cx="1215390" cy="43878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RAG 检索器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856480" y="3492500"/>
            <a:ext cx="1240790" cy="43878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工作流管理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47460" y="3492500"/>
            <a:ext cx="1252855" cy="43878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智能体管理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4139692" y="4141978"/>
            <a:ext cx="219456" cy="146304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0380" y="4356100"/>
            <a:ext cx="7498080" cy="821055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222222">
                <a:alpha val="9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222222"/>
                </a:solidFill>
              </a:rPr>
              <a:t>数据层</a:t>
            </a:r>
            <a:endParaRPr sz="1600" b="1">
              <a:solidFill>
                <a:srgbClr val="222222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214880" y="4558157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会话数据库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856480" y="4558157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向量数据库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53805" y="1334770"/>
            <a:ext cx="2926080" cy="3662045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222222">
                <a:alpha val="9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222222"/>
                </a:solidFill>
              </a:rPr>
              <a:t>Kubernetes 集群</a:t>
            </a:r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  <a:p>
            <a:pPr algn="l"/>
            <a:endParaRPr sz="1600" b="1">
              <a:solidFill>
                <a:srgbClr val="222222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28125" y="2490724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Falco
运行时威胁检测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128125" y="3222244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OPA</a:t>
            </a:r>
            <a:r>
              <a:rPr lang="en-US" sz="1400" b="1">
                <a:solidFill>
                  <a:srgbClr val="222222"/>
                </a:solidFill>
              </a:rPr>
              <a:t>/Kynervo</a:t>
            </a:r>
            <a:r>
              <a:rPr sz="1400" b="1">
                <a:solidFill>
                  <a:srgbClr val="222222"/>
                </a:solidFill>
              </a:rPr>
              <a:t>
(策略决策引擎)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28125" y="3953764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Network Policy
(网络隔离)</a:t>
            </a:r>
            <a:endParaRPr sz="1400" b="1">
              <a:solidFill>
                <a:srgbClr val="222222"/>
              </a:solidFill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7733030" y="1919605"/>
            <a:ext cx="110744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6888" y="1686179"/>
            <a:ext cx="75501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444444"/>
                </a:solidFill>
              </a:rPr>
              <a:t>K8s API </a:t>
            </a:r>
            <a:endParaRPr sz="1400" b="0">
              <a:solidFill>
                <a:srgbClr val="444444"/>
              </a:solidFill>
            </a:endParaRPr>
          </a:p>
          <a:p>
            <a:pPr algn="ctr"/>
            <a:r>
              <a:rPr sz="1400" b="0">
                <a:solidFill>
                  <a:srgbClr val="444444"/>
                </a:solidFill>
              </a:rPr>
              <a:t>/</a:t>
            </a:r>
            <a:endParaRPr sz="1400" b="0">
              <a:solidFill>
                <a:srgbClr val="444444"/>
              </a:solidFill>
            </a:endParaRPr>
          </a:p>
          <a:p>
            <a:pPr algn="ctr"/>
            <a:r>
              <a:rPr sz="1400" b="0">
                <a:solidFill>
                  <a:srgbClr val="444444"/>
                </a:solidFill>
              </a:rPr>
              <a:t> SSH</a:t>
            </a:r>
            <a:endParaRPr sz="1400" b="0">
              <a:solidFill>
                <a:srgbClr val="444444"/>
              </a:solidFill>
            </a:endParaRPr>
          </a:p>
        </p:txBody>
      </p:sp>
      <p:sp>
        <p:nvSpPr>
          <p:cNvPr id="32" name="Rounded Rectangle 10"/>
          <p:cNvSpPr/>
          <p:nvPr/>
        </p:nvSpPr>
        <p:spPr>
          <a:xfrm>
            <a:off x="6041390" y="1837690"/>
            <a:ext cx="16916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222222"/>
                </a:solidFill>
              </a:rPr>
              <a:t>K8S</a:t>
            </a:r>
            <a:r>
              <a:rPr lang="zh-CN" altLang="en-US" sz="1400" b="1">
                <a:solidFill>
                  <a:srgbClr val="222222"/>
                </a:solidFill>
              </a:rPr>
              <a:t>连接</a:t>
            </a:r>
            <a:endParaRPr lang="zh-CN" altLang="en-US" sz="1400" b="1">
              <a:solidFill>
                <a:srgbClr val="222222"/>
              </a:solidFill>
            </a:endParaRPr>
          </a:p>
        </p:txBody>
      </p:sp>
      <p:sp>
        <p:nvSpPr>
          <p:cNvPr id="33" name="Rounded Rectangle 27"/>
          <p:cNvSpPr/>
          <p:nvPr/>
        </p:nvSpPr>
        <p:spPr>
          <a:xfrm>
            <a:off x="9103995" y="1837944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222222"/>
                </a:solidFill>
              </a:rPr>
              <a:t>API Server</a:t>
            </a:r>
            <a:endParaRPr lang="en-US" sz="1600" b="1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WPS 演示</Application>
  <PresentationFormat>On-screen Show (4:3)</PresentationFormat>
  <Paragraphs>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hxy</cp:lastModifiedBy>
  <cp:revision>3</cp:revision>
  <dcterms:created xsi:type="dcterms:W3CDTF">2013-01-27T09:14:00Z</dcterms:created>
  <dcterms:modified xsi:type="dcterms:W3CDTF">2026-04-24T05:45:39Z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86E32D66AEC342BE921E129EC463A971_12</vt:lpwstr>
  </property>
</Properties>
</file>