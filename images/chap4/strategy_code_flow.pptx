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策略生成与反馈优化流程图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49808"/>
            <a:ext cx="11183112" cy="553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ategy_cod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637" y="914400"/>
            <a:ext cx="2605677" cy="5202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