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8" r:id="rId4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5" userDrawn="1">
          <p15:clr>
            <a:srgbClr val="A4A3A4"/>
          </p15:clr>
        </p15:guide>
        <p15:guide id="2" pos="29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90" d="100"/>
          <a:sy n="90" d="100"/>
        </p:scale>
        <p:origin x="632" y="72"/>
      </p:cViewPr>
      <p:guideLst>
        <p:guide orient="horz" pos="2125"/>
        <p:guide pos="29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92040" y="329184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选择漏洞并发起分析会话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83480" y="1060704"/>
            <a:ext cx="219456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构建安全上下文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846320" y="1755648"/>
            <a:ext cx="246888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生成候选监控 / 防护策略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736592" y="2633472"/>
            <a:ext cx="2697480" cy="530352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专家三维评审与同类型排序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Diamond 6"/>
          <p:cNvSpPr/>
          <p:nvPr/>
        </p:nvSpPr>
        <p:spPr>
          <a:xfrm>
            <a:off x="5074920" y="3584448"/>
            <a:ext cx="2011680" cy="841248"/>
          </a:xfrm>
          <a:prstGeom prst="diamond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是否需要
反馈修订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80565" y="3213608"/>
            <a:ext cx="2286000" cy="475488"/>
          </a:xfrm>
          <a:prstGeom prst="rect">
            <a:avLst/>
          </a:prstGeom>
          <a:solidFill>
            <a:srgbClr val="F6F6F6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反馈优化并重新生成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0" y="4736592"/>
            <a:ext cx="210312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确认交付结果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92040" y="55321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 cap="rnd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部署验证并记录审计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749808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1444752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2212848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3163824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4425696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70525" y="4455287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否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5193792"/>
            <a:ext cx="0" cy="33832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123565" y="4005072"/>
            <a:ext cx="1951355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123691" y="3689477"/>
            <a:ext cx="0" cy="31559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27932" y="4070731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是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" name="Connector 14"/>
          <p:cNvCxnSpPr/>
          <p:nvPr/>
        </p:nvCxnSpPr>
        <p:spPr>
          <a:xfrm>
            <a:off x="3123565" y="2897886"/>
            <a:ext cx="161290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17"/>
          <p:cNvCxnSpPr>
            <a:stCxn id="8" idx="0"/>
          </p:cNvCxnSpPr>
          <p:nvPr/>
        </p:nvCxnSpPr>
        <p:spPr>
          <a:xfrm flipV="1">
            <a:off x="3123565" y="2898267"/>
            <a:ext cx="0" cy="315595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" y="128016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3" name="Connector 2"/>
          <p:cNvCxnSpPr/>
          <p:nvPr/>
        </p:nvCxnSpPr>
        <p:spPr>
          <a:xfrm>
            <a:off x="932688" y="153619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9808" y="176479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768096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32688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7" y="240087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安全工程师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813816" y="411480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9" name="Connector 8"/>
          <p:cNvCxnSpPr/>
          <p:nvPr/>
        </p:nvCxnSpPr>
        <p:spPr>
          <a:xfrm>
            <a:off x="932688" y="437083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9808" y="459943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68096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1167" y="523551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专家评审员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57400" y="401520"/>
            <a:ext cx="7131050" cy="591638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2880360" y="854710"/>
            <a:ext cx="2497455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知识库管理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880360" y="2308117"/>
            <a:ext cx="2029460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智能体调度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35432" y="2273281"/>
            <a:ext cx="2029460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600" b="0" i="0" dirty="0">
                <a:solidFill>
                  <a:srgbClr val="1E1E1E"/>
                </a:solidFill>
                <a:latin typeface="微软雅黑" panose="020B0503020204020204" charset="-122"/>
              </a:rPr>
              <a:t>候选安全策略</a:t>
            </a:r>
            <a:endParaRPr lang="en-US" alt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生成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3141511" y="5178391"/>
            <a:ext cx="174117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质量评审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823293" y="3788202"/>
            <a:ext cx="140970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E1E1E"/>
                </a:solidFill>
                <a:latin typeface="微软雅黑" panose="020B0503020204020204" charset="-122"/>
              </a:rPr>
              <a:t>部署验证</a:t>
            </a:r>
            <a:endParaRPr sz="16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2883400" y="3807968"/>
            <a:ext cx="2145665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策略管理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4" name="Connector 23" descr="浏览&#10;"/>
          <p:cNvCxnSpPr/>
          <p:nvPr/>
        </p:nvCxnSpPr>
        <p:spPr>
          <a:xfrm flipV="1">
            <a:off x="1298448" y="1271016"/>
            <a:ext cx="1581912" cy="39319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endCxn id="16" idx="2"/>
          </p:cNvCxnSpPr>
          <p:nvPr/>
        </p:nvCxnSpPr>
        <p:spPr>
          <a:xfrm>
            <a:off x="1254760" y="2207895"/>
            <a:ext cx="1625600" cy="509270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endCxn id="15" idx="3"/>
          </p:cNvCxnSpPr>
          <p:nvPr/>
        </p:nvCxnSpPr>
        <p:spPr>
          <a:xfrm flipV="1">
            <a:off x="1400375" y="1553084"/>
            <a:ext cx="1845945" cy="3066415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66698" y="4987163"/>
            <a:ext cx="1874813" cy="494094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6" idx="6"/>
            <a:endCxn id="17" idx="2"/>
          </p:cNvCxnSpPr>
          <p:nvPr/>
        </p:nvCxnSpPr>
        <p:spPr>
          <a:xfrm flipV="1">
            <a:off x="4909820" y="2682539"/>
            <a:ext cx="1725612" cy="348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4995934" y="2379662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895090" y="4674551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4" name="Connector 26"/>
          <p:cNvCxnSpPr>
            <a:endCxn id="23" idx="2"/>
          </p:cNvCxnSpPr>
          <p:nvPr/>
        </p:nvCxnSpPr>
        <p:spPr>
          <a:xfrm>
            <a:off x="1247357" y="2812161"/>
            <a:ext cx="1636043" cy="134823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30"/>
          <p:cNvCxnSpPr/>
          <p:nvPr/>
        </p:nvCxnSpPr>
        <p:spPr>
          <a:xfrm>
            <a:off x="5029065" y="4140627"/>
            <a:ext cx="1740126" cy="111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5243905" y="3867549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3" name="Connector 30"/>
          <p:cNvCxnSpPr>
            <a:endCxn id="55" idx="2"/>
          </p:cNvCxnSpPr>
          <p:nvPr/>
        </p:nvCxnSpPr>
        <p:spPr>
          <a:xfrm flipV="1">
            <a:off x="5257457" y="816980"/>
            <a:ext cx="826525" cy="28814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16"/>
          <p:cNvSpPr/>
          <p:nvPr/>
        </p:nvSpPr>
        <p:spPr>
          <a:xfrm>
            <a:off x="6044247" y="1254951"/>
            <a:ext cx="1964055" cy="54484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向量数据构建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5" name="Oval 16"/>
          <p:cNvSpPr/>
          <p:nvPr/>
        </p:nvSpPr>
        <p:spPr>
          <a:xfrm>
            <a:off x="6083982" y="540091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开源信息抓取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59" name="Connector 30"/>
          <p:cNvCxnSpPr>
            <a:stCxn id="15" idx="6"/>
            <a:endCxn id="54" idx="2"/>
          </p:cNvCxnSpPr>
          <p:nvPr/>
        </p:nvCxnSpPr>
        <p:spPr>
          <a:xfrm>
            <a:off x="5377815" y="1263968"/>
            <a:ext cx="666432" cy="263403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30"/>
          <p:cNvCxnSpPr>
            <a:stCxn id="19" idx="0"/>
            <a:endCxn id="23" idx="4"/>
          </p:cNvCxnSpPr>
          <p:nvPr/>
        </p:nvCxnSpPr>
        <p:spPr>
          <a:xfrm flipH="1" flipV="1">
            <a:off x="3956233" y="4512818"/>
            <a:ext cx="55863" cy="665573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30"/>
          <p:cNvCxnSpPr>
            <a:stCxn id="16" idx="4"/>
            <a:endCxn id="23" idx="0"/>
          </p:cNvCxnSpPr>
          <p:nvPr/>
        </p:nvCxnSpPr>
        <p:spPr>
          <a:xfrm>
            <a:off x="3895090" y="3126632"/>
            <a:ext cx="61143" cy="6813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3907851" y="3240330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5163955" y="1378273"/>
            <a:ext cx="156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1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5029065" y="70897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904723" y="5131215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9" name="Oval 16"/>
          <p:cNvSpPr/>
          <p:nvPr/>
        </p:nvSpPr>
        <p:spPr>
          <a:xfrm>
            <a:off x="6083981" y="4873752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智能评审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0" name="Oval 16"/>
          <p:cNvSpPr/>
          <p:nvPr/>
        </p:nvSpPr>
        <p:spPr>
          <a:xfrm>
            <a:off x="6111874" y="5479727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人工评审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81" name="Connector 30"/>
          <p:cNvCxnSpPr>
            <a:stCxn id="19" idx="6"/>
            <a:endCxn id="79" idx="2"/>
          </p:cNvCxnSpPr>
          <p:nvPr/>
        </p:nvCxnSpPr>
        <p:spPr>
          <a:xfrm flipV="1">
            <a:off x="4882681" y="5150641"/>
            <a:ext cx="1201300" cy="3801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30"/>
          <p:cNvCxnSpPr/>
          <p:nvPr/>
        </p:nvCxnSpPr>
        <p:spPr>
          <a:xfrm>
            <a:off x="4882681" y="5665896"/>
            <a:ext cx="1197446" cy="9072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>
            <a:off x="4839017" y="566326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53817" y="775970"/>
            <a:ext cx="2267712" cy="237744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2853817" y="1196594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853817" y="2560015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08681" y="80340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CVE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34462" y="1258061"/>
            <a:ext cx="2084831" cy="1049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cve_id
- String summary
- String description
- Float cvss_score
- String severity
- Date published_date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10840" y="2626995"/>
            <a:ext cx="2084705" cy="452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getSeverityLevel(): String
+ toFeatureVector(): List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94045" y="773938"/>
            <a:ext cx="2761488" cy="2176272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94045" y="119456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94045" y="223917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748909" y="80137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Session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85485" y="1258570"/>
            <a:ext cx="2578608" cy="953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session_id
- String model_name
- String prompt_template
- DateTime created_at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85485" y="2303145"/>
            <a:ext cx="2578735" cy="4813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initWorkspace(): void
+ getLatestStrategy(): Strategy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70225" y="3524885"/>
            <a:ext cx="2176145" cy="2277745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070098" y="3945509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70098" y="5261782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24961" y="3552316"/>
            <a:ext cx="2066543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Strategy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6260" y="3964305"/>
            <a:ext cx="2455545" cy="1177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strategy_id
- String content
- String reasoning_chain
- List&lt;String&gt; rag_snippets
- Int version
- DateTime generated_at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24707" y="5335315"/>
            <a:ext cx="1993391" cy="467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render(): String
+ diff(other): String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132957" y="3684524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2957" y="410514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14542" y="5389753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87821" y="3711956"/>
            <a:ext cx="21762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Ranking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24270" y="4161155"/>
            <a:ext cx="2103120" cy="106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ranking_id
- String user_id
- DateTime created_at
- List&lt;String&gt; order
- Map&lt;String, Float&gt; scores
- String comment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24397" y="5559170"/>
            <a:ext cx="21031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validate(): Boolean
+ toPreferencePair(): Pair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5118354" y="1761490"/>
            <a:ext cx="575945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5593" y="1543050"/>
            <a:ext cx="164592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61305" y="1551432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 flipH="1">
            <a:off x="5246243" y="2950337"/>
            <a:ext cx="447675" cy="57467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54675" y="3065145"/>
            <a:ext cx="270510" cy="2616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25237" y="3473704"/>
            <a:ext cx="329184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7142607" y="2936113"/>
            <a:ext cx="0" cy="74980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05142" y="2913635"/>
            <a:ext cx="304800" cy="3124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154672" y="3458084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40" name="Connector 39"/>
          <p:cNvCxnSpPr/>
          <p:nvPr/>
        </p:nvCxnSpPr>
        <p:spPr>
          <a:xfrm flipH="1">
            <a:off x="5246497" y="5325872"/>
            <a:ext cx="88646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96488" y="5142230"/>
            <a:ext cx="310896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757371" y="5142230"/>
            <a:ext cx="2743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947</Words>
  <Application>WPS 演示</Application>
  <PresentationFormat>宽屏</PresentationFormat>
  <Paragraphs>101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Arial</vt:lpstr>
      <vt:lpstr>微软雅黑</vt:lpstr>
      <vt:lpstr>华文中宋</vt:lpstr>
      <vt:lpstr>Times New Roman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hxy</cp:lastModifiedBy>
  <cp:revision>9</cp:revision>
  <dcterms:created xsi:type="dcterms:W3CDTF">2013-01-27T09:14:00Z</dcterms:created>
  <dcterms:modified xsi:type="dcterms:W3CDTF">2026-04-23T08:24:14Z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D428AE08291A4CE3B0418F8448EF661F_12</vt:lpwstr>
  </property>
</Properties>
</file>