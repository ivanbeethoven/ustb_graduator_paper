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31720" y="201168"/>
            <a:ext cx="7543800" cy="6309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4892040" y="329184"/>
            <a:ext cx="2377440" cy="420624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选择漏洞并发起分析会话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3480" y="1060704"/>
            <a:ext cx="2194560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构建安全上下文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755648"/>
            <a:ext cx="246888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生成候选监控 / 防护策略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6592" y="2633472"/>
            <a:ext cx="269748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专家三维评审与同类型排序</a:t>
            </a:r>
          </a:p>
        </p:txBody>
      </p:sp>
      <p:sp>
        <p:nvSpPr>
          <p:cNvPr id="7" name="Diamond 6"/>
          <p:cNvSpPr/>
          <p:nvPr/>
        </p:nvSpPr>
        <p:spPr>
          <a:xfrm>
            <a:off x="5074920" y="3584448"/>
            <a:ext cx="2011680" cy="841248"/>
          </a:xfrm>
          <a:prstGeom prst="diamond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是否需要
反馈修订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4681728"/>
            <a:ext cx="2286000" cy="475488"/>
          </a:xfrm>
          <a:prstGeom prst="rect">
            <a:avLst/>
          </a:prstGeom>
          <a:solidFill>
            <a:srgbClr val="F6F6F6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反馈优化并重新生成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736592"/>
            <a:ext cx="210312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确认交付结果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5532120"/>
            <a:ext cx="237744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1E1E"/>
                </a:solidFill>
                <a:latin typeface="Microsoft YaHei"/>
              </a:rPr>
              <a:t>部署验证并记录审计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749808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1444752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2212848"/>
            <a:ext cx="0" cy="420624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163824"/>
            <a:ext cx="0" cy="420624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4425696"/>
            <a:ext cx="0" cy="31089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63540" y="4462272"/>
            <a:ext cx="50292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193792"/>
            <a:ext cx="0" cy="338328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22191" y="4005072"/>
            <a:ext cx="1252729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22191" y="4005072"/>
            <a:ext cx="0" cy="676656"/>
          </a:xfrm>
          <a:prstGeom prst="line">
            <a:avLst/>
          </a:prstGeom>
          <a:ln w="12700">
            <a:solidFill>
              <a:srgbClr val="4A4A4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5052" y="3602736"/>
            <a:ext cx="50292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是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572000" y="4919472"/>
            <a:ext cx="411480" cy="0"/>
          </a:xfrm>
          <a:prstGeom prst="line">
            <a:avLst/>
          </a:prstGeom>
          <a:ln w="1270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72000" y="1993392"/>
            <a:ext cx="0" cy="2926080"/>
          </a:xfrm>
          <a:prstGeom prst="line">
            <a:avLst/>
          </a:prstGeom>
          <a:ln w="1270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1993392"/>
            <a:ext cx="274320" cy="0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96412" y="2267712"/>
            <a:ext cx="141732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修订后返回生成阶段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