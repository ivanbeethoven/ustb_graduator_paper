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论文\latex\images\chap4\cve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4816" y="73152"/>
            <a:ext cx="4588465" cy="6601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论文\latex\images\chap4\data_flow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164" y="36576"/>
            <a:ext cx="3937768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论文\latex\images\chap4\role_use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455" y="310896"/>
            <a:ext cx="8612898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论文\latex\images\chap4\storage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1558136"/>
            <a:ext cx="12024360" cy="3174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论文\latex\images\chap4\strategy_cod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424" y="36576"/>
            <a:ext cx="3342961" cy="6675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diagrams</dc:title>
  <dc:subject>Chapter 4 diagrams</dc:subject>
  <dc:creator>OpenAI Codex</dc:creator>
  <cp:lastModifiedBy>OpenAI Codex</cp:lastModifiedBy>
  <cp:revision>1</cp:revision>
  <dcterms:created xsi:type="dcterms:W3CDTF">2026-04-18T13:03:04Z</dcterms:created>
  <dcterms:modified xsi:type="dcterms:W3CDTF">2026-04-18T13:03:04Z</dcterms:modified>
</cp:coreProperties>
</file>