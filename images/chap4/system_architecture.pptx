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64" autoAdjust="0"/>
  </p:normalViewPr>
  <p:slideViewPr>
    <p:cSldViewPr snapToGrid="0" snapToObjects="1">
      <p:cViewPr>
        <p:scale>
          <a:sx n="75" d="100"/>
          <a:sy n="75" d="100"/>
        </p:scale>
        <p:origin x="1192" y="5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17708" y="249381"/>
            <a:ext cx="10232315" cy="1184563"/>
          </a:xfrm>
          <a:prstGeom prst="roundRect">
            <a:avLst/>
          </a:prstGeom>
          <a:solidFill>
            <a:srgbClr val="E3F2FD"/>
          </a:solidFill>
          <a:ln w="228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91875" y="311727"/>
            <a:ext cx="3338202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 i="0" dirty="0">
                <a:latin typeface="宋体" panose="02010600030101010101" pitchFamily="2" charset="-122"/>
                <a:ea typeface="宋体" panose="02010600030101010101" pitchFamily="2" charset="-122"/>
              </a:rPr>
              <a:t>界面层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7805" y="1590040"/>
            <a:ext cx="10232390" cy="2233295"/>
          </a:xfrm>
          <a:prstGeom prst="roundRect">
            <a:avLst/>
          </a:prstGeom>
          <a:solidFill>
            <a:srgbClr val="FFF3E0"/>
          </a:solidFill>
          <a:ln w="228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1702" y="1726488"/>
            <a:ext cx="3338202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 i="0" dirty="0">
                <a:latin typeface="宋体" panose="02010600030101010101" pitchFamily="2" charset="-122"/>
                <a:ea typeface="宋体" panose="02010600030101010101" pitchFamily="2" charset="-122"/>
              </a:rPr>
              <a:t>服务层</a:t>
            </a:r>
            <a:endParaRPr sz="2000" b="1" i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81423" y="3924473"/>
            <a:ext cx="10232315" cy="1433945"/>
          </a:xfrm>
          <a:prstGeom prst="roundRect">
            <a:avLst/>
          </a:prstGeom>
          <a:solidFill>
            <a:srgbClr val="F3E5F5"/>
          </a:solidFill>
          <a:ln w="228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91875" y="3973945"/>
            <a:ext cx="3338202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latin typeface="宋体" panose="02010600030101010101" pitchFamily="2" charset="-122"/>
                <a:ea typeface="宋体" panose="02010600030101010101" pitchFamily="2" charset="-122"/>
              </a:rPr>
              <a:t>智能引擎层</a:t>
            </a:r>
            <a:r>
              <a:rPr sz="2000" b="1" i="0" dirty="0">
                <a:latin typeface="宋体" panose="02010600030101010101" pitchFamily="2" charset="-122"/>
                <a:ea typeface="宋体" panose="02010600030101010101" pitchFamily="2" charset="-122"/>
              </a:rPr>
              <a:t> 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7708" y="5501409"/>
            <a:ext cx="10232315" cy="1246909"/>
          </a:xfrm>
          <a:prstGeom prst="roundRect">
            <a:avLst/>
          </a:prstGeom>
          <a:solidFill>
            <a:srgbClr val="E8F5E9"/>
          </a:solidFill>
          <a:ln w="228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1875" y="5563754"/>
            <a:ext cx="3338202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 i="0" dirty="0">
                <a:latin typeface="宋体" panose="02010600030101010101" pitchFamily="2" charset="-122"/>
                <a:ea typeface="宋体" panose="02010600030101010101" pitchFamily="2" charset="-122"/>
              </a:rPr>
              <a:t>数据层</a:t>
            </a:r>
            <a:endParaRPr sz="2000" b="1" i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959379" y="1930053"/>
            <a:ext cx="2757645" cy="586047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21086" y="1967460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92059" y="1979929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492059" y="203479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075490" y="2062955"/>
            <a:ext cx="2525422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 dirty="0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REST API </a:t>
            </a:r>
            <a:r>
              <a:rPr sz="2000" b="1" i="0" dirty="0" err="1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网关</a:t>
            </a:r>
            <a:endParaRPr sz="2000" b="1" i="0" dirty="0">
              <a:solidFill>
                <a:srgbClr val="1A1A2E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05569" y="1930053"/>
            <a:ext cx="2322227" cy="586047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7931858" y="1967460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902830" y="1979929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902830" y="203479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921680" y="2062955"/>
            <a:ext cx="2090004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任务调度器</a:t>
            </a:r>
            <a:endParaRPr sz="2000" b="1" i="0" dirty="0">
              <a:solidFill>
                <a:srgbClr val="1A1A2E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48790" y="2908877"/>
            <a:ext cx="1959379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412232" y="2946284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383204" y="295875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383204" y="3013617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764902" y="3016840"/>
            <a:ext cx="1727156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策略生成</a:t>
            </a:r>
            <a:endParaRPr sz="2000" b="1" i="0" dirty="0">
              <a:solidFill>
                <a:srgbClr val="1A1A2E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825879" y="2908877"/>
            <a:ext cx="1959379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589320" y="2946284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6560293" y="295875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560293" y="3013617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941990" y="3016840"/>
            <a:ext cx="1727156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评审与排序</a:t>
            </a:r>
            <a:endParaRPr sz="2000" b="1" i="0" dirty="0">
              <a:solidFill>
                <a:srgbClr val="1A1A2E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002967" y="2908877"/>
            <a:ext cx="1959379" cy="561109"/>
          </a:xfrm>
          <a:prstGeom prst="rect">
            <a:avLst/>
          </a:prstGeom>
          <a:solidFill>
            <a:srgbClr val="FFFFFF"/>
          </a:solidFill>
          <a:ln w="1397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8766409" y="2946284"/>
            <a:ext cx="137882" cy="143394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8737381" y="2958753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8737381" y="3013617"/>
            <a:ext cx="58055" cy="4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119079" y="3016840"/>
            <a:ext cx="1727156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部署管理</a:t>
            </a:r>
            <a:endParaRPr sz="2000" b="1" i="0" dirty="0">
              <a:solidFill>
                <a:srgbClr val="1A1A2E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0401342" y="2840297"/>
            <a:ext cx="1705385" cy="698269"/>
          </a:xfrm>
          <a:prstGeom prst="rect">
            <a:avLst/>
          </a:prstGeom>
          <a:solidFill>
            <a:srgbClr val="ECEFF1"/>
          </a:solidFill>
          <a:ln w="1524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10502939" y="2881654"/>
            <a:ext cx="1502191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 dirty="0" err="1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Kubernetes</a:t>
            </a:r>
            <a:r>
              <a:rPr sz="2000" b="1" i="0" dirty="0" err="1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集群</a:t>
            </a:r>
            <a:endParaRPr sz="2000" b="1" i="0" dirty="0">
              <a:solidFill>
                <a:srgbClr val="1A1A2E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14" name="Connector 113"/>
          <p:cNvCxnSpPr/>
          <p:nvPr/>
        </p:nvCxnSpPr>
        <p:spPr>
          <a:xfrm>
            <a:off x="4717024" y="2223077"/>
            <a:ext cx="1088545" cy="0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6966682" y="2516100"/>
            <a:ext cx="0" cy="143395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3628480" y="2659495"/>
            <a:ext cx="3338202" cy="0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628480" y="2659495"/>
            <a:ext cx="0" cy="249382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4880306" y="2553508"/>
            <a:ext cx="834550" cy="21197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7474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任务分发</a:t>
            </a:r>
          </a:p>
        </p:txBody>
      </p:sp>
      <p:cxnSp>
        <p:nvCxnSpPr>
          <p:cNvPr id="120" name="Connector 119"/>
          <p:cNvCxnSpPr/>
          <p:nvPr/>
        </p:nvCxnSpPr>
        <p:spPr>
          <a:xfrm flipH="1">
            <a:off x="2031949" y="3830550"/>
            <a:ext cx="1596531" cy="0"/>
          </a:xfrm>
          <a:prstGeom prst="line">
            <a:avLst/>
          </a:prstGeom>
          <a:ln w="19050">
            <a:solidFill>
              <a:srgbClr val="2632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>
            <a:cxnSpLocks/>
            <a:endCxn id="106" idx="1"/>
          </p:cNvCxnSpPr>
          <p:nvPr/>
        </p:nvCxnSpPr>
        <p:spPr>
          <a:xfrm>
            <a:off x="8962347" y="3189431"/>
            <a:ext cx="1438995" cy="1"/>
          </a:xfrm>
          <a:prstGeom prst="line">
            <a:avLst/>
          </a:prstGeom>
          <a:ln w="19050">
            <a:solidFill>
              <a:srgbClr val="26323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9052465" y="2847385"/>
            <a:ext cx="1288705" cy="24938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37474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K8s API / SSH</a:t>
            </a:r>
          </a:p>
        </p:txBody>
      </p: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2A7A4564-8E59-D1D4-7E64-2D49E931991E}"/>
              </a:ext>
            </a:extLst>
          </p:cNvPr>
          <p:cNvGrpSpPr/>
          <p:nvPr/>
        </p:nvGrpSpPr>
        <p:grpSpPr>
          <a:xfrm>
            <a:off x="3301918" y="4378748"/>
            <a:ext cx="1814240" cy="561109"/>
            <a:chOff x="10502939" y="6072707"/>
            <a:chExt cx="1814240" cy="561109"/>
          </a:xfrm>
        </p:grpSpPr>
        <p:grpSp>
          <p:nvGrpSpPr>
            <p:cNvPr id="146" name="组合 145">
              <a:extLst>
                <a:ext uri="{FF2B5EF4-FFF2-40B4-BE49-F238E27FC236}">
                  <a16:creationId xmlns:a16="http://schemas.microsoft.com/office/drawing/2014/main" id="{219625C5-21BB-493D-CD6B-C7216B29D225}"/>
                </a:ext>
              </a:extLst>
            </p:cNvPr>
            <p:cNvGrpSpPr/>
            <p:nvPr/>
          </p:nvGrpSpPr>
          <p:grpSpPr>
            <a:xfrm>
              <a:off x="10502939" y="6072707"/>
              <a:ext cx="1814240" cy="561109"/>
              <a:chOff x="1249250" y="4369987"/>
              <a:chExt cx="1814240" cy="561109"/>
            </a:xfrm>
          </p:grpSpPr>
          <p:sp>
            <p:nvSpPr>
              <p:cNvPr id="72" name="Rectangle 76">
                <a:extLst>
                  <a:ext uri="{FF2B5EF4-FFF2-40B4-BE49-F238E27FC236}">
                    <a16:creationId xmlns:a16="http://schemas.microsoft.com/office/drawing/2014/main" id="{914FA448-16C4-5D89-FA09-FEF8EE96A8A2}"/>
                  </a:ext>
                </a:extLst>
              </p:cNvPr>
              <p:cNvSpPr/>
              <p:nvPr/>
            </p:nvSpPr>
            <p:spPr>
              <a:xfrm>
                <a:off x="1249250" y="4369987"/>
                <a:ext cx="1814240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142" name="组合 141">
                <a:extLst>
                  <a:ext uri="{FF2B5EF4-FFF2-40B4-BE49-F238E27FC236}">
                    <a16:creationId xmlns:a16="http://schemas.microsoft.com/office/drawing/2014/main" id="{044774A4-9BC0-1CD2-1C3A-1E1C745532C2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143" name="Rectangle 91">
                  <a:extLst>
                    <a:ext uri="{FF2B5EF4-FFF2-40B4-BE49-F238E27FC236}">
                      <a16:creationId xmlns:a16="http://schemas.microsoft.com/office/drawing/2014/main" id="{59BC87D9-F8D4-CA1C-985F-9185AAC0946F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4" name="Rectangle 92">
                  <a:extLst>
                    <a:ext uri="{FF2B5EF4-FFF2-40B4-BE49-F238E27FC236}">
                      <a16:creationId xmlns:a16="http://schemas.microsoft.com/office/drawing/2014/main" id="{76E62264-A359-AB2C-C648-ED5E49CAC074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5" name="Rectangle 93">
                  <a:extLst>
                    <a:ext uri="{FF2B5EF4-FFF2-40B4-BE49-F238E27FC236}">
                      <a16:creationId xmlns:a16="http://schemas.microsoft.com/office/drawing/2014/main" id="{C5ACF2D1-2B81-575E-A61C-1AA68232AE69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36" name="TextBox 81">
              <a:extLst>
                <a:ext uri="{FF2B5EF4-FFF2-40B4-BE49-F238E27FC236}">
                  <a16:creationId xmlns:a16="http://schemas.microsoft.com/office/drawing/2014/main" id="{6AA78E17-7C1F-DDA6-C7EB-BBD9E2C3A6D5}"/>
                </a:ext>
              </a:extLst>
            </p:cNvPr>
            <p:cNvSpPr txBox="1"/>
            <p:nvPr/>
          </p:nvSpPr>
          <p:spPr>
            <a:xfrm>
              <a:off x="10609983" y="6187518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dirty="0">
                  <a:solidFill>
                    <a:srgbClr val="1A1A2E"/>
                  </a:solidFill>
                  <a:latin typeface="宋体" panose="02010600030101010101" pitchFamily="2" charset="-122"/>
                </a:rPr>
                <a:t>RAG </a:t>
              </a:r>
              <a:r>
                <a:rPr lang="zh-CN" altLang="en-US" sz="2000" b="1" dirty="0">
                  <a:solidFill>
                    <a:srgbClr val="1A1A2E"/>
                  </a:solidFill>
                  <a:latin typeface="宋体" panose="02010600030101010101" pitchFamily="2" charset="-122"/>
                </a:rPr>
                <a:t>检索器</a:t>
              </a:r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83F8000B-3B3F-0ED8-1467-074BCE2C78D9}"/>
              </a:ext>
            </a:extLst>
          </p:cNvPr>
          <p:cNvGrpSpPr/>
          <p:nvPr/>
        </p:nvGrpSpPr>
        <p:grpSpPr>
          <a:xfrm>
            <a:off x="989141" y="4378748"/>
            <a:ext cx="1814240" cy="561109"/>
            <a:chOff x="10502939" y="6072707"/>
            <a:chExt cx="1814240" cy="561109"/>
          </a:xfrm>
        </p:grpSpPr>
        <p:grpSp>
          <p:nvGrpSpPr>
            <p:cNvPr id="149" name="组合 148">
              <a:extLst>
                <a:ext uri="{FF2B5EF4-FFF2-40B4-BE49-F238E27FC236}">
                  <a16:creationId xmlns:a16="http://schemas.microsoft.com/office/drawing/2014/main" id="{24D3B050-5E76-6E12-D76D-0D5FE0106662}"/>
                </a:ext>
              </a:extLst>
            </p:cNvPr>
            <p:cNvGrpSpPr/>
            <p:nvPr/>
          </p:nvGrpSpPr>
          <p:grpSpPr>
            <a:xfrm>
              <a:off x="10502939" y="6072707"/>
              <a:ext cx="1814240" cy="561109"/>
              <a:chOff x="1249250" y="4369987"/>
              <a:chExt cx="1814240" cy="561109"/>
            </a:xfrm>
          </p:grpSpPr>
          <p:sp>
            <p:nvSpPr>
              <p:cNvPr id="151" name="Rectangle 76">
                <a:extLst>
                  <a:ext uri="{FF2B5EF4-FFF2-40B4-BE49-F238E27FC236}">
                    <a16:creationId xmlns:a16="http://schemas.microsoft.com/office/drawing/2014/main" id="{9B1F5BB1-387F-E0B5-328D-B0A8D2C64FB5}"/>
                  </a:ext>
                </a:extLst>
              </p:cNvPr>
              <p:cNvSpPr/>
              <p:nvPr/>
            </p:nvSpPr>
            <p:spPr>
              <a:xfrm>
                <a:off x="1249250" y="4369987"/>
                <a:ext cx="1814240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152" name="组合 151">
                <a:extLst>
                  <a:ext uri="{FF2B5EF4-FFF2-40B4-BE49-F238E27FC236}">
                    <a16:creationId xmlns:a16="http://schemas.microsoft.com/office/drawing/2014/main" id="{A536543F-0198-443C-3C16-AFAB703AEFC0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153" name="Rectangle 91">
                  <a:extLst>
                    <a:ext uri="{FF2B5EF4-FFF2-40B4-BE49-F238E27FC236}">
                      <a16:creationId xmlns:a16="http://schemas.microsoft.com/office/drawing/2014/main" id="{A143BD04-7D68-625C-0971-702509204B36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54" name="Rectangle 92">
                  <a:extLst>
                    <a:ext uri="{FF2B5EF4-FFF2-40B4-BE49-F238E27FC236}">
                      <a16:creationId xmlns:a16="http://schemas.microsoft.com/office/drawing/2014/main" id="{2F549C2B-10F8-DB19-BF00-EDA23B564320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55" name="Rectangle 93">
                  <a:extLst>
                    <a:ext uri="{FF2B5EF4-FFF2-40B4-BE49-F238E27FC236}">
                      <a16:creationId xmlns:a16="http://schemas.microsoft.com/office/drawing/2014/main" id="{4E53258B-DBB6-EB5F-4930-961896DBFEAE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50" name="TextBox 81">
              <a:extLst>
                <a:ext uri="{FF2B5EF4-FFF2-40B4-BE49-F238E27FC236}">
                  <a16:creationId xmlns:a16="http://schemas.microsoft.com/office/drawing/2014/main" id="{BD6038A3-5EE3-DF70-64A3-FEF744300620}"/>
                </a:ext>
              </a:extLst>
            </p:cNvPr>
            <p:cNvSpPr txBox="1"/>
            <p:nvPr/>
          </p:nvSpPr>
          <p:spPr>
            <a:xfrm>
              <a:off x="10609983" y="6187518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i="0" dirty="0">
                  <a:solidFill>
                    <a:srgbClr val="1A1A2E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大模型接口</a:t>
              </a:r>
              <a:endParaRPr sz="2000" b="1" i="0" dirty="0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grpSp>
        <p:nvGrpSpPr>
          <p:cNvPr id="156" name="组合 155">
            <a:extLst>
              <a:ext uri="{FF2B5EF4-FFF2-40B4-BE49-F238E27FC236}">
                <a16:creationId xmlns:a16="http://schemas.microsoft.com/office/drawing/2014/main" id="{252FBDE4-3814-0A65-2BFB-3F1A99BF22AA}"/>
              </a:ext>
            </a:extLst>
          </p:cNvPr>
          <p:cNvGrpSpPr/>
          <p:nvPr/>
        </p:nvGrpSpPr>
        <p:grpSpPr>
          <a:xfrm>
            <a:off x="5701439" y="4378748"/>
            <a:ext cx="1814240" cy="561109"/>
            <a:chOff x="10502939" y="6072707"/>
            <a:chExt cx="1814240" cy="561109"/>
          </a:xfrm>
        </p:grpSpPr>
        <p:grpSp>
          <p:nvGrpSpPr>
            <p:cNvPr id="157" name="组合 156">
              <a:extLst>
                <a:ext uri="{FF2B5EF4-FFF2-40B4-BE49-F238E27FC236}">
                  <a16:creationId xmlns:a16="http://schemas.microsoft.com/office/drawing/2014/main" id="{A79E7D21-7703-7FB1-ABBF-FA3F5BE53F60}"/>
                </a:ext>
              </a:extLst>
            </p:cNvPr>
            <p:cNvGrpSpPr/>
            <p:nvPr/>
          </p:nvGrpSpPr>
          <p:grpSpPr>
            <a:xfrm>
              <a:off x="10502939" y="6072707"/>
              <a:ext cx="1814240" cy="561109"/>
              <a:chOff x="1249250" y="4369987"/>
              <a:chExt cx="1814240" cy="561109"/>
            </a:xfrm>
          </p:grpSpPr>
          <p:sp>
            <p:nvSpPr>
              <p:cNvPr id="159" name="Rectangle 76">
                <a:extLst>
                  <a:ext uri="{FF2B5EF4-FFF2-40B4-BE49-F238E27FC236}">
                    <a16:creationId xmlns:a16="http://schemas.microsoft.com/office/drawing/2014/main" id="{A6D56859-EE52-2856-C283-810379A2D2D4}"/>
                  </a:ext>
                </a:extLst>
              </p:cNvPr>
              <p:cNvSpPr/>
              <p:nvPr/>
            </p:nvSpPr>
            <p:spPr>
              <a:xfrm>
                <a:off x="1249250" y="4369987"/>
                <a:ext cx="1814240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160" name="组合 159">
                <a:extLst>
                  <a:ext uri="{FF2B5EF4-FFF2-40B4-BE49-F238E27FC236}">
                    <a16:creationId xmlns:a16="http://schemas.microsoft.com/office/drawing/2014/main" id="{D3243099-1D67-82F1-A7CD-D8E0FE032069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161" name="Rectangle 91">
                  <a:extLst>
                    <a:ext uri="{FF2B5EF4-FFF2-40B4-BE49-F238E27FC236}">
                      <a16:creationId xmlns:a16="http://schemas.microsoft.com/office/drawing/2014/main" id="{1A7767E9-B2D2-AC86-B4FF-4606027489F9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2" name="Rectangle 92">
                  <a:extLst>
                    <a:ext uri="{FF2B5EF4-FFF2-40B4-BE49-F238E27FC236}">
                      <a16:creationId xmlns:a16="http://schemas.microsoft.com/office/drawing/2014/main" id="{7332336B-0BF2-0367-B1A6-8D434FABA0FD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3" name="Rectangle 93">
                  <a:extLst>
                    <a:ext uri="{FF2B5EF4-FFF2-40B4-BE49-F238E27FC236}">
                      <a16:creationId xmlns:a16="http://schemas.microsoft.com/office/drawing/2014/main" id="{9B1CC008-A8D4-868E-6837-F93292B4D148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58" name="TextBox 81">
              <a:extLst>
                <a:ext uri="{FF2B5EF4-FFF2-40B4-BE49-F238E27FC236}">
                  <a16:creationId xmlns:a16="http://schemas.microsoft.com/office/drawing/2014/main" id="{E9F8475C-96C0-D0ED-423F-1D664676DE07}"/>
                </a:ext>
              </a:extLst>
            </p:cNvPr>
            <p:cNvSpPr txBox="1"/>
            <p:nvPr/>
          </p:nvSpPr>
          <p:spPr>
            <a:xfrm>
              <a:off x="10609983" y="6187518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dirty="0">
                  <a:solidFill>
                    <a:srgbClr val="1A1A2E"/>
                  </a:solidFill>
                  <a:latin typeface="宋体" panose="02010600030101010101" pitchFamily="2" charset="-122"/>
                </a:rPr>
                <a:t>工作流管理</a:t>
              </a:r>
            </a:p>
          </p:txBody>
        </p:sp>
      </p:grpSp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8BE53EEE-5D6A-4AA2-F329-3DC8950E026E}"/>
              </a:ext>
            </a:extLst>
          </p:cNvPr>
          <p:cNvGrpSpPr/>
          <p:nvPr/>
        </p:nvGrpSpPr>
        <p:grpSpPr>
          <a:xfrm>
            <a:off x="8036344" y="4378748"/>
            <a:ext cx="1814240" cy="561109"/>
            <a:chOff x="10502939" y="6072707"/>
            <a:chExt cx="1814240" cy="561109"/>
          </a:xfrm>
        </p:grpSpPr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2C7925DF-936E-3578-3EC9-8EC6DAC33F3C}"/>
                </a:ext>
              </a:extLst>
            </p:cNvPr>
            <p:cNvGrpSpPr/>
            <p:nvPr/>
          </p:nvGrpSpPr>
          <p:grpSpPr>
            <a:xfrm>
              <a:off x="10502939" y="6072707"/>
              <a:ext cx="1814240" cy="561109"/>
              <a:chOff x="1249250" y="4369987"/>
              <a:chExt cx="1814240" cy="561109"/>
            </a:xfrm>
          </p:grpSpPr>
          <p:sp>
            <p:nvSpPr>
              <p:cNvPr id="167" name="Rectangle 76">
                <a:extLst>
                  <a:ext uri="{FF2B5EF4-FFF2-40B4-BE49-F238E27FC236}">
                    <a16:creationId xmlns:a16="http://schemas.microsoft.com/office/drawing/2014/main" id="{920A93E3-F95D-961D-4C56-989CA2E9B6F5}"/>
                  </a:ext>
                </a:extLst>
              </p:cNvPr>
              <p:cNvSpPr/>
              <p:nvPr/>
            </p:nvSpPr>
            <p:spPr>
              <a:xfrm>
                <a:off x="1249250" y="4369987"/>
                <a:ext cx="1814240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168" name="组合 167">
                <a:extLst>
                  <a:ext uri="{FF2B5EF4-FFF2-40B4-BE49-F238E27FC236}">
                    <a16:creationId xmlns:a16="http://schemas.microsoft.com/office/drawing/2014/main" id="{8E7BDABB-0309-D200-1256-1148901B14D2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169" name="Rectangle 91">
                  <a:extLst>
                    <a:ext uri="{FF2B5EF4-FFF2-40B4-BE49-F238E27FC236}">
                      <a16:creationId xmlns:a16="http://schemas.microsoft.com/office/drawing/2014/main" id="{92E741AC-90CD-261D-AE38-229880A73EA7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70" name="Rectangle 92">
                  <a:extLst>
                    <a:ext uri="{FF2B5EF4-FFF2-40B4-BE49-F238E27FC236}">
                      <a16:creationId xmlns:a16="http://schemas.microsoft.com/office/drawing/2014/main" id="{5720B63F-3DB2-902B-923E-329312886D29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71" name="Rectangle 93">
                  <a:extLst>
                    <a:ext uri="{FF2B5EF4-FFF2-40B4-BE49-F238E27FC236}">
                      <a16:creationId xmlns:a16="http://schemas.microsoft.com/office/drawing/2014/main" id="{5C19589A-4A03-148C-3CF9-2E75672F4DE8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66" name="TextBox 81">
              <a:extLst>
                <a:ext uri="{FF2B5EF4-FFF2-40B4-BE49-F238E27FC236}">
                  <a16:creationId xmlns:a16="http://schemas.microsoft.com/office/drawing/2014/main" id="{0C947B41-A997-32CB-DA60-7E9A76A7A7CB}"/>
                </a:ext>
              </a:extLst>
            </p:cNvPr>
            <p:cNvSpPr txBox="1"/>
            <p:nvPr/>
          </p:nvSpPr>
          <p:spPr>
            <a:xfrm>
              <a:off x="10609983" y="6187518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dirty="0">
                  <a:solidFill>
                    <a:srgbClr val="1A1A2E"/>
                  </a:solidFill>
                  <a:latin typeface="宋体" panose="02010600030101010101" pitchFamily="2" charset="-122"/>
                </a:rPr>
                <a:t>智能体管理</a:t>
              </a:r>
            </a:p>
          </p:txBody>
        </p:sp>
      </p:grp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5B8F9056-0792-F0EB-7676-50C5AC1C549C}"/>
              </a:ext>
            </a:extLst>
          </p:cNvPr>
          <p:cNvGrpSpPr/>
          <p:nvPr/>
        </p:nvGrpSpPr>
        <p:grpSpPr>
          <a:xfrm>
            <a:off x="2274052" y="5835373"/>
            <a:ext cx="2276062" cy="561109"/>
            <a:chOff x="10041117" y="6072707"/>
            <a:chExt cx="2276062" cy="561109"/>
          </a:xfrm>
        </p:grpSpPr>
        <p:grpSp>
          <p:nvGrpSpPr>
            <p:cNvPr id="173" name="组合 172">
              <a:extLst>
                <a:ext uri="{FF2B5EF4-FFF2-40B4-BE49-F238E27FC236}">
                  <a16:creationId xmlns:a16="http://schemas.microsoft.com/office/drawing/2014/main" id="{11DF7DC0-A225-1FB3-B9E8-DC652024AA22}"/>
                </a:ext>
              </a:extLst>
            </p:cNvPr>
            <p:cNvGrpSpPr/>
            <p:nvPr/>
          </p:nvGrpSpPr>
          <p:grpSpPr>
            <a:xfrm>
              <a:off x="10041117" y="6072707"/>
              <a:ext cx="2276062" cy="561109"/>
              <a:chOff x="787428" y="4369987"/>
              <a:chExt cx="2276062" cy="561109"/>
            </a:xfrm>
          </p:grpSpPr>
          <p:sp>
            <p:nvSpPr>
              <p:cNvPr id="175" name="Rectangle 76">
                <a:extLst>
                  <a:ext uri="{FF2B5EF4-FFF2-40B4-BE49-F238E27FC236}">
                    <a16:creationId xmlns:a16="http://schemas.microsoft.com/office/drawing/2014/main" id="{8BB01156-F85D-531D-7F2F-2F22CA2D5BA6}"/>
                  </a:ext>
                </a:extLst>
              </p:cNvPr>
              <p:cNvSpPr/>
              <p:nvPr/>
            </p:nvSpPr>
            <p:spPr>
              <a:xfrm>
                <a:off x="787428" y="4369987"/>
                <a:ext cx="2276062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176" name="组合 175">
                <a:extLst>
                  <a:ext uri="{FF2B5EF4-FFF2-40B4-BE49-F238E27FC236}">
                    <a16:creationId xmlns:a16="http://schemas.microsoft.com/office/drawing/2014/main" id="{779C5AF7-80D5-F73D-6D62-DC0D4027A1C3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177" name="Rectangle 91">
                  <a:extLst>
                    <a:ext uri="{FF2B5EF4-FFF2-40B4-BE49-F238E27FC236}">
                      <a16:creationId xmlns:a16="http://schemas.microsoft.com/office/drawing/2014/main" id="{B540752F-7DF6-4ECA-45F9-C12A930AFFB8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78" name="Rectangle 92">
                  <a:extLst>
                    <a:ext uri="{FF2B5EF4-FFF2-40B4-BE49-F238E27FC236}">
                      <a16:creationId xmlns:a16="http://schemas.microsoft.com/office/drawing/2014/main" id="{3C5227E6-6BEB-1BD1-5A89-B6180784ED25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79" name="Rectangle 93">
                  <a:extLst>
                    <a:ext uri="{FF2B5EF4-FFF2-40B4-BE49-F238E27FC236}">
                      <a16:creationId xmlns:a16="http://schemas.microsoft.com/office/drawing/2014/main" id="{94149542-2CAD-540A-CFDD-27EA1386D583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74" name="TextBox 81">
              <a:extLst>
                <a:ext uri="{FF2B5EF4-FFF2-40B4-BE49-F238E27FC236}">
                  <a16:creationId xmlns:a16="http://schemas.microsoft.com/office/drawing/2014/main" id="{812D02F1-4201-541A-E082-4E74CFD8724A}"/>
                </a:ext>
              </a:extLst>
            </p:cNvPr>
            <p:cNvSpPr txBox="1"/>
            <p:nvPr/>
          </p:nvSpPr>
          <p:spPr>
            <a:xfrm>
              <a:off x="10376068" y="6192580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dirty="0">
                  <a:solidFill>
                    <a:srgbClr val="1A1A2E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会话</a:t>
              </a:r>
              <a:r>
                <a:rPr lang="zh-CN" altLang="en-US" sz="2000" b="1" i="0" dirty="0">
                  <a:solidFill>
                    <a:srgbClr val="1A1A2E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数据库</a:t>
              </a:r>
              <a:endParaRPr sz="2000" b="1" i="0" dirty="0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grpSp>
        <p:nvGrpSpPr>
          <p:cNvPr id="180" name="组合 179">
            <a:extLst>
              <a:ext uri="{FF2B5EF4-FFF2-40B4-BE49-F238E27FC236}">
                <a16:creationId xmlns:a16="http://schemas.microsoft.com/office/drawing/2014/main" id="{06AD7465-91AC-D320-5267-F241F4CA1800}"/>
              </a:ext>
            </a:extLst>
          </p:cNvPr>
          <p:cNvGrpSpPr/>
          <p:nvPr/>
        </p:nvGrpSpPr>
        <p:grpSpPr>
          <a:xfrm>
            <a:off x="1279849" y="598949"/>
            <a:ext cx="2276062" cy="561109"/>
            <a:chOff x="10041117" y="6072707"/>
            <a:chExt cx="2276062" cy="561109"/>
          </a:xfrm>
        </p:grpSpPr>
        <p:grpSp>
          <p:nvGrpSpPr>
            <p:cNvPr id="181" name="组合 180">
              <a:extLst>
                <a:ext uri="{FF2B5EF4-FFF2-40B4-BE49-F238E27FC236}">
                  <a16:creationId xmlns:a16="http://schemas.microsoft.com/office/drawing/2014/main" id="{EC2A9ED1-9F38-AE15-29B4-E5E60F50927D}"/>
                </a:ext>
              </a:extLst>
            </p:cNvPr>
            <p:cNvGrpSpPr/>
            <p:nvPr/>
          </p:nvGrpSpPr>
          <p:grpSpPr>
            <a:xfrm>
              <a:off x="10041117" y="6072707"/>
              <a:ext cx="2276062" cy="561109"/>
              <a:chOff x="787428" y="4369987"/>
              <a:chExt cx="2276062" cy="561109"/>
            </a:xfrm>
          </p:grpSpPr>
          <p:sp>
            <p:nvSpPr>
              <p:cNvPr id="183" name="Rectangle 76">
                <a:extLst>
                  <a:ext uri="{FF2B5EF4-FFF2-40B4-BE49-F238E27FC236}">
                    <a16:creationId xmlns:a16="http://schemas.microsoft.com/office/drawing/2014/main" id="{27E65F54-3F22-9739-FE3E-81A9C2222C05}"/>
                  </a:ext>
                </a:extLst>
              </p:cNvPr>
              <p:cNvSpPr/>
              <p:nvPr/>
            </p:nvSpPr>
            <p:spPr>
              <a:xfrm>
                <a:off x="787428" y="4369987"/>
                <a:ext cx="2276062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184" name="组合 183">
                <a:extLst>
                  <a:ext uri="{FF2B5EF4-FFF2-40B4-BE49-F238E27FC236}">
                    <a16:creationId xmlns:a16="http://schemas.microsoft.com/office/drawing/2014/main" id="{BEEE6D1B-C021-CE61-265E-A5682D416612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185" name="Rectangle 91">
                  <a:extLst>
                    <a:ext uri="{FF2B5EF4-FFF2-40B4-BE49-F238E27FC236}">
                      <a16:creationId xmlns:a16="http://schemas.microsoft.com/office/drawing/2014/main" id="{6FDDFA09-4C12-D269-3FC9-B6A0A787B4C2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86" name="Rectangle 92">
                  <a:extLst>
                    <a:ext uri="{FF2B5EF4-FFF2-40B4-BE49-F238E27FC236}">
                      <a16:creationId xmlns:a16="http://schemas.microsoft.com/office/drawing/2014/main" id="{8F312806-7DAE-BCCB-BA44-3578786AC69D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87" name="Rectangle 93">
                  <a:extLst>
                    <a:ext uri="{FF2B5EF4-FFF2-40B4-BE49-F238E27FC236}">
                      <a16:creationId xmlns:a16="http://schemas.microsoft.com/office/drawing/2014/main" id="{2FC63862-0B1E-D857-C008-7C6321810CE9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82" name="TextBox 81">
              <a:extLst>
                <a:ext uri="{FF2B5EF4-FFF2-40B4-BE49-F238E27FC236}">
                  <a16:creationId xmlns:a16="http://schemas.microsoft.com/office/drawing/2014/main" id="{EF3BEB34-9A2E-F43C-E364-3C2CE63444FD}"/>
                </a:ext>
              </a:extLst>
            </p:cNvPr>
            <p:cNvSpPr txBox="1"/>
            <p:nvPr/>
          </p:nvSpPr>
          <p:spPr>
            <a:xfrm>
              <a:off x="10376068" y="6192580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i="0" dirty="0">
                  <a:solidFill>
                    <a:srgbClr val="1A1A2E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策略代码生成</a:t>
              </a:r>
              <a:endParaRPr sz="2000" b="1" i="0" dirty="0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grpSp>
        <p:nvGrpSpPr>
          <p:cNvPr id="188" name="组合 187">
            <a:extLst>
              <a:ext uri="{FF2B5EF4-FFF2-40B4-BE49-F238E27FC236}">
                <a16:creationId xmlns:a16="http://schemas.microsoft.com/office/drawing/2014/main" id="{A54FC7AE-DDAC-F3B9-E3FB-732879FBEA4E}"/>
              </a:ext>
            </a:extLst>
          </p:cNvPr>
          <p:cNvGrpSpPr/>
          <p:nvPr/>
        </p:nvGrpSpPr>
        <p:grpSpPr>
          <a:xfrm>
            <a:off x="4123265" y="604750"/>
            <a:ext cx="2276062" cy="561109"/>
            <a:chOff x="10041117" y="6072707"/>
            <a:chExt cx="2276062" cy="561109"/>
          </a:xfrm>
        </p:grpSpPr>
        <p:grpSp>
          <p:nvGrpSpPr>
            <p:cNvPr id="189" name="组合 188">
              <a:extLst>
                <a:ext uri="{FF2B5EF4-FFF2-40B4-BE49-F238E27FC236}">
                  <a16:creationId xmlns:a16="http://schemas.microsoft.com/office/drawing/2014/main" id="{538E4576-D539-0AE5-10B1-BF068FC8F1E8}"/>
                </a:ext>
              </a:extLst>
            </p:cNvPr>
            <p:cNvGrpSpPr/>
            <p:nvPr/>
          </p:nvGrpSpPr>
          <p:grpSpPr>
            <a:xfrm>
              <a:off x="10041117" y="6072707"/>
              <a:ext cx="2276062" cy="561109"/>
              <a:chOff x="787428" y="4369987"/>
              <a:chExt cx="2276062" cy="561109"/>
            </a:xfrm>
          </p:grpSpPr>
          <p:sp>
            <p:nvSpPr>
              <p:cNvPr id="191" name="Rectangle 76">
                <a:extLst>
                  <a:ext uri="{FF2B5EF4-FFF2-40B4-BE49-F238E27FC236}">
                    <a16:creationId xmlns:a16="http://schemas.microsoft.com/office/drawing/2014/main" id="{81FDD6C1-EF0C-10CB-0B76-D7793159A745}"/>
                  </a:ext>
                </a:extLst>
              </p:cNvPr>
              <p:cNvSpPr/>
              <p:nvPr/>
            </p:nvSpPr>
            <p:spPr>
              <a:xfrm>
                <a:off x="787428" y="4369987"/>
                <a:ext cx="2276062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192" name="组合 191">
                <a:extLst>
                  <a:ext uri="{FF2B5EF4-FFF2-40B4-BE49-F238E27FC236}">
                    <a16:creationId xmlns:a16="http://schemas.microsoft.com/office/drawing/2014/main" id="{222A27E7-EB72-2BB9-5E65-49EA3E0EF888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193" name="Rectangle 91">
                  <a:extLst>
                    <a:ext uri="{FF2B5EF4-FFF2-40B4-BE49-F238E27FC236}">
                      <a16:creationId xmlns:a16="http://schemas.microsoft.com/office/drawing/2014/main" id="{1920C06E-2176-C1AC-4E94-376BC5F30AD5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94" name="Rectangle 92">
                  <a:extLst>
                    <a:ext uri="{FF2B5EF4-FFF2-40B4-BE49-F238E27FC236}">
                      <a16:creationId xmlns:a16="http://schemas.microsoft.com/office/drawing/2014/main" id="{42A74A64-C5FC-1256-2B53-C93D488D7DD9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95" name="Rectangle 93">
                  <a:extLst>
                    <a:ext uri="{FF2B5EF4-FFF2-40B4-BE49-F238E27FC236}">
                      <a16:creationId xmlns:a16="http://schemas.microsoft.com/office/drawing/2014/main" id="{9C69FA34-F285-F766-48D1-5D4842262444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90" name="TextBox 81">
              <a:extLst>
                <a:ext uri="{FF2B5EF4-FFF2-40B4-BE49-F238E27FC236}">
                  <a16:creationId xmlns:a16="http://schemas.microsoft.com/office/drawing/2014/main" id="{8AE54614-E735-12CB-F85D-DD4ED80861E9}"/>
                </a:ext>
              </a:extLst>
            </p:cNvPr>
            <p:cNvSpPr txBox="1"/>
            <p:nvPr/>
          </p:nvSpPr>
          <p:spPr>
            <a:xfrm>
              <a:off x="10376068" y="6192580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i="0" dirty="0">
                  <a:solidFill>
                    <a:srgbClr val="1A1A2E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策略代码评估</a:t>
              </a:r>
              <a:endParaRPr sz="2000" b="1" i="0" dirty="0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grpSp>
        <p:nvGrpSpPr>
          <p:cNvPr id="196" name="组合 195">
            <a:extLst>
              <a:ext uri="{FF2B5EF4-FFF2-40B4-BE49-F238E27FC236}">
                <a16:creationId xmlns:a16="http://schemas.microsoft.com/office/drawing/2014/main" id="{F4A7CB99-71BA-3CB2-223C-FD1DD7C03C8A}"/>
              </a:ext>
            </a:extLst>
          </p:cNvPr>
          <p:cNvGrpSpPr/>
          <p:nvPr/>
        </p:nvGrpSpPr>
        <p:grpSpPr>
          <a:xfrm>
            <a:off x="6966681" y="616597"/>
            <a:ext cx="2276062" cy="561109"/>
            <a:chOff x="10041117" y="6072707"/>
            <a:chExt cx="2276062" cy="561109"/>
          </a:xfrm>
        </p:grpSpPr>
        <p:grpSp>
          <p:nvGrpSpPr>
            <p:cNvPr id="197" name="组合 196">
              <a:extLst>
                <a:ext uri="{FF2B5EF4-FFF2-40B4-BE49-F238E27FC236}">
                  <a16:creationId xmlns:a16="http://schemas.microsoft.com/office/drawing/2014/main" id="{BD7183CA-1A77-A04A-D989-2E242206419E}"/>
                </a:ext>
              </a:extLst>
            </p:cNvPr>
            <p:cNvGrpSpPr/>
            <p:nvPr/>
          </p:nvGrpSpPr>
          <p:grpSpPr>
            <a:xfrm>
              <a:off x="10041117" y="6072707"/>
              <a:ext cx="2276062" cy="561109"/>
              <a:chOff x="787428" y="4369987"/>
              <a:chExt cx="2276062" cy="561109"/>
            </a:xfrm>
          </p:grpSpPr>
          <p:sp>
            <p:nvSpPr>
              <p:cNvPr id="199" name="Rectangle 76">
                <a:extLst>
                  <a:ext uri="{FF2B5EF4-FFF2-40B4-BE49-F238E27FC236}">
                    <a16:creationId xmlns:a16="http://schemas.microsoft.com/office/drawing/2014/main" id="{5F8C338D-95F3-E1D0-EC0D-E75D17EBDA48}"/>
                  </a:ext>
                </a:extLst>
              </p:cNvPr>
              <p:cNvSpPr/>
              <p:nvPr/>
            </p:nvSpPr>
            <p:spPr>
              <a:xfrm>
                <a:off x="787428" y="4369987"/>
                <a:ext cx="2276062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200" name="组合 199">
                <a:extLst>
                  <a:ext uri="{FF2B5EF4-FFF2-40B4-BE49-F238E27FC236}">
                    <a16:creationId xmlns:a16="http://schemas.microsoft.com/office/drawing/2014/main" id="{83EDD26F-8691-38B8-B8DB-C69703566B95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201" name="Rectangle 91">
                  <a:extLst>
                    <a:ext uri="{FF2B5EF4-FFF2-40B4-BE49-F238E27FC236}">
                      <a16:creationId xmlns:a16="http://schemas.microsoft.com/office/drawing/2014/main" id="{C962B2A3-1318-EDAB-F175-98235C1D0EAF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02" name="Rectangle 92">
                  <a:extLst>
                    <a:ext uri="{FF2B5EF4-FFF2-40B4-BE49-F238E27FC236}">
                      <a16:creationId xmlns:a16="http://schemas.microsoft.com/office/drawing/2014/main" id="{A0814D1D-EF70-CB77-C83A-B8ACF1C980BA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03" name="Rectangle 93">
                  <a:extLst>
                    <a:ext uri="{FF2B5EF4-FFF2-40B4-BE49-F238E27FC236}">
                      <a16:creationId xmlns:a16="http://schemas.microsoft.com/office/drawing/2014/main" id="{D56E0EF9-2FCD-04FF-77F1-DE5F0E071B2A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98" name="TextBox 81">
              <a:extLst>
                <a:ext uri="{FF2B5EF4-FFF2-40B4-BE49-F238E27FC236}">
                  <a16:creationId xmlns:a16="http://schemas.microsoft.com/office/drawing/2014/main" id="{DC894A40-9377-F082-7B7E-2C9C1AD2007C}"/>
                </a:ext>
              </a:extLst>
            </p:cNvPr>
            <p:cNvSpPr txBox="1"/>
            <p:nvPr/>
          </p:nvSpPr>
          <p:spPr>
            <a:xfrm>
              <a:off x="10376068" y="6192580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i="0" dirty="0">
                  <a:solidFill>
                    <a:srgbClr val="1A1A2E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安全策略部署</a:t>
              </a:r>
              <a:endParaRPr sz="2000" b="1" i="0" dirty="0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grpSp>
        <p:nvGrpSpPr>
          <p:cNvPr id="212" name="组合 211">
            <a:extLst>
              <a:ext uri="{FF2B5EF4-FFF2-40B4-BE49-F238E27FC236}">
                <a16:creationId xmlns:a16="http://schemas.microsoft.com/office/drawing/2014/main" id="{C38463C9-126F-DB8B-32E4-E1E788E0D60D}"/>
              </a:ext>
            </a:extLst>
          </p:cNvPr>
          <p:cNvGrpSpPr/>
          <p:nvPr/>
        </p:nvGrpSpPr>
        <p:grpSpPr>
          <a:xfrm>
            <a:off x="525940" y="2915479"/>
            <a:ext cx="1814240" cy="561109"/>
            <a:chOff x="10502939" y="6072707"/>
            <a:chExt cx="1814240" cy="561109"/>
          </a:xfrm>
        </p:grpSpPr>
        <p:grpSp>
          <p:nvGrpSpPr>
            <p:cNvPr id="213" name="组合 212">
              <a:extLst>
                <a:ext uri="{FF2B5EF4-FFF2-40B4-BE49-F238E27FC236}">
                  <a16:creationId xmlns:a16="http://schemas.microsoft.com/office/drawing/2014/main" id="{33FCCED9-2C67-CD6C-864C-025FE537875D}"/>
                </a:ext>
              </a:extLst>
            </p:cNvPr>
            <p:cNvGrpSpPr/>
            <p:nvPr/>
          </p:nvGrpSpPr>
          <p:grpSpPr>
            <a:xfrm>
              <a:off x="10502939" y="6072707"/>
              <a:ext cx="1814240" cy="561109"/>
              <a:chOff x="1249250" y="4369987"/>
              <a:chExt cx="1814240" cy="561109"/>
            </a:xfrm>
          </p:grpSpPr>
          <p:sp>
            <p:nvSpPr>
              <p:cNvPr id="215" name="Rectangle 76">
                <a:extLst>
                  <a:ext uri="{FF2B5EF4-FFF2-40B4-BE49-F238E27FC236}">
                    <a16:creationId xmlns:a16="http://schemas.microsoft.com/office/drawing/2014/main" id="{D6B45455-4559-198F-A257-5DA717A2A9A8}"/>
                  </a:ext>
                </a:extLst>
              </p:cNvPr>
              <p:cNvSpPr/>
              <p:nvPr/>
            </p:nvSpPr>
            <p:spPr>
              <a:xfrm>
                <a:off x="1249250" y="4369987"/>
                <a:ext cx="1814240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216" name="组合 215">
                <a:extLst>
                  <a:ext uri="{FF2B5EF4-FFF2-40B4-BE49-F238E27FC236}">
                    <a16:creationId xmlns:a16="http://schemas.microsoft.com/office/drawing/2014/main" id="{34D60608-7233-2DDD-15DA-94A2AAAB2297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217" name="Rectangle 91">
                  <a:extLst>
                    <a:ext uri="{FF2B5EF4-FFF2-40B4-BE49-F238E27FC236}">
                      <a16:creationId xmlns:a16="http://schemas.microsoft.com/office/drawing/2014/main" id="{9E8C6463-DCDB-274C-7B18-10DFF52674C9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18" name="Rectangle 92">
                  <a:extLst>
                    <a:ext uri="{FF2B5EF4-FFF2-40B4-BE49-F238E27FC236}">
                      <a16:creationId xmlns:a16="http://schemas.microsoft.com/office/drawing/2014/main" id="{22C3F85C-EC0F-5501-4F9C-18CE43E51D3F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19" name="Rectangle 93">
                  <a:extLst>
                    <a:ext uri="{FF2B5EF4-FFF2-40B4-BE49-F238E27FC236}">
                      <a16:creationId xmlns:a16="http://schemas.microsoft.com/office/drawing/2014/main" id="{D8EAD353-DE30-89CF-2DB9-AB92296E558B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214" name="TextBox 81">
              <a:extLst>
                <a:ext uri="{FF2B5EF4-FFF2-40B4-BE49-F238E27FC236}">
                  <a16:creationId xmlns:a16="http://schemas.microsoft.com/office/drawing/2014/main" id="{46D0D569-834E-B75C-38C0-60B4FA69480C}"/>
                </a:ext>
              </a:extLst>
            </p:cNvPr>
            <p:cNvSpPr txBox="1"/>
            <p:nvPr/>
          </p:nvSpPr>
          <p:spPr>
            <a:xfrm>
              <a:off x="10609983" y="6187518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i="0" dirty="0">
                  <a:solidFill>
                    <a:srgbClr val="1A1A2E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知识库构建</a:t>
              </a:r>
              <a:endParaRPr sz="2000" b="1" i="0" dirty="0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grpSp>
        <p:nvGrpSpPr>
          <p:cNvPr id="220" name="组合 219">
            <a:extLst>
              <a:ext uri="{FF2B5EF4-FFF2-40B4-BE49-F238E27FC236}">
                <a16:creationId xmlns:a16="http://schemas.microsoft.com/office/drawing/2014/main" id="{D05DC38A-DE5E-A214-9461-20C33F32A3A7}"/>
              </a:ext>
            </a:extLst>
          </p:cNvPr>
          <p:cNvGrpSpPr/>
          <p:nvPr/>
        </p:nvGrpSpPr>
        <p:grpSpPr>
          <a:xfrm>
            <a:off x="5589171" y="5844947"/>
            <a:ext cx="2276062" cy="561109"/>
            <a:chOff x="10041117" y="6072707"/>
            <a:chExt cx="2276062" cy="561109"/>
          </a:xfrm>
        </p:grpSpPr>
        <p:grpSp>
          <p:nvGrpSpPr>
            <p:cNvPr id="221" name="组合 220">
              <a:extLst>
                <a:ext uri="{FF2B5EF4-FFF2-40B4-BE49-F238E27FC236}">
                  <a16:creationId xmlns:a16="http://schemas.microsoft.com/office/drawing/2014/main" id="{E379BCA5-2D37-445F-0250-97787FA3CA58}"/>
                </a:ext>
              </a:extLst>
            </p:cNvPr>
            <p:cNvGrpSpPr/>
            <p:nvPr/>
          </p:nvGrpSpPr>
          <p:grpSpPr>
            <a:xfrm>
              <a:off x="10041117" y="6072707"/>
              <a:ext cx="2276062" cy="561109"/>
              <a:chOff x="787428" y="4369987"/>
              <a:chExt cx="2276062" cy="561109"/>
            </a:xfrm>
          </p:grpSpPr>
          <p:sp>
            <p:nvSpPr>
              <p:cNvPr id="223" name="Rectangle 76">
                <a:extLst>
                  <a:ext uri="{FF2B5EF4-FFF2-40B4-BE49-F238E27FC236}">
                    <a16:creationId xmlns:a16="http://schemas.microsoft.com/office/drawing/2014/main" id="{7B3D639F-EC2A-6623-8C0A-141CBFDEAA5A}"/>
                  </a:ext>
                </a:extLst>
              </p:cNvPr>
              <p:cNvSpPr/>
              <p:nvPr/>
            </p:nvSpPr>
            <p:spPr>
              <a:xfrm>
                <a:off x="787428" y="4369987"/>
                <a:ext cx="2276062" cy="561109"/>
              </a:xfrm>
              <a:prstGeom prst="rect">
                <a:avLst/>
              </a:prstGeom>
              <a:solidFill>
                <a:srgbClr val="FFFFFF"/>
              </a:solidFill>
              <a:ln w="1397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3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grpSp>
            <p:nvGrpSpPr>
              <p:cNvPr id="224" name="组合 223">
                <a:extLst>
                  <a:ext uri="{FF2B5EF4-FFF2-40B4-BE49-F238E27FC236}">
                    <a16:creationId xmlns:a16="http://schemas.microsoft.com/office/drawing/2014/main" id="{19E95F28-3BBF-D50D-EAFF-6903814D81AC}"/>
                  </a:ext>
                </a:extLst>
              </p:cNvPr>
              <p:cNvGrpSpPr/>
              <p:nvPr/>
            </p:nvGrpSpPr>
            <p:grpSpPr>
              <a:xfrm>
                <a:off x="2791063" y="4407913"/>
                <a:ext cx="166910" cy="143394"/>
                <a:chOff x="10916798" y="4537825"/>
                <a:chExt cx="166910" cy="143394"/>
              </a:xfrm>
            </p:grpSpPr>
            <p:sp>
              <p:nvSpPr>
                <p:cNvPr id="225" name="Rectangle 91">
                  <a:extLst>
                    <a:ext uri="{FF2B5EF4-FFF2-40B4-BE49-F238E27FC236}">
                      <a16:creationId xmlns:a16="http://schemas.microsoft.com/office/drawing/2014/main" id="{8C612528-B755-35AF-41C7-8E3CD3C340A8}"/>
                    </a:ext>
                  </a:extLst>
                </p:cNvPr>
                <p:cNvSpPr/>
                <p:nvPr/>
              </p:nvSpPr>
              <p:spPr>
                <a:xfrm>
                  <a:off x="10945826" y="4537825"/>
                  <a:ext cx="137882" cy="143394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26" name="Rectangle 92">
                  <a:extLst>
                    <a:ext uri="{FF2B5EF4-FFF2-40B4-BE49-F238E27FC236}">
                      <a16:creationId xmlns:a16="http://schemas.microsoft.com/office/drawing/2014/main" id="{8B843C37-044B-2426-3E8F-2EB8600BC411}"/>
                    </a:ext>
                  </a:extLst>
                </p:cNvPr>
                <p:cNvSpPr/>
                <p:nvPr/>
              </p:nvSpPr>
              <p:spPr>
                <a:xfrm>
                  <a:off x="10916798" y="4550294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27" name="Rectangle 93">
                  <a:extLst>
                    <a:ext uri="{FF2B5EF4-FFF2-40B4-BE49-F238E27FC236}">
                      <a16:creationId xmlns:a16="http://schemas.microsoft.com/office/drawing/2014/main" id="{061B2ED9-E218-AE5D-5E4B-CA131B329430}"/>
                    </a:ext>
                  </a:extLst>
                </p:cNvPr>
                <p:cNvSpPr/>
                <p:nvPr/>
              </p:nvSpPr>
              <p:spPr>
                <a:xfrm>
                  <a:off x="10916798" y="4605158"/>
                  <a:ext cx="58055" cy="41148"/>
                </a:xfrm>
                <a:prstGeom prst="rect">
                  <a:avLst/>
                </a:prstGeom>
                <a:solidFill>
                  <a:srgbClr val="FFFFFF"/>
                </a:solidFill>
                <a:ln w="1016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3200" b="1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222" name="TextBox 81">
              <a:extLst>
                <a:ext uri="{FF2B5EF4-FFF2-40B4-BE49-F238E27FC236}">
                  <a16:creationId xmlns:a16="http://schemas.microsoft.com/office/drawing/2014/main" id="{26805522-A694-8C4B-F123-13E951631E9B}"/>
                </a:ext>
              </a:extLst>
            </p:cNvPr>
            <p:cNvSpPr txBox="1"/>
            <p:nvPr/>
          </p:nvSpPr>
          <p:spPr>
            <a:xfrm>
              <a:off x="10376068" y="6192580"/>
              <a:ext cx="158201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2000" b="1" i="0" dirty="0">
                  <a:solidFill>
                    <a:srgbClr val="1A1A2E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向量数据库</a:t>
              </a:r>
              <a:endParaRPr sz="2000" b="1" i="0" dirty="0">
                <a:solidFill>
                  <a:srgbClr val="1A1A2E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46</Words>
  <Application>Microsoft Office PowerPoint</Application>
  <PresentationFormat>宽屏</PresentationFormat>
  <Paragraphs>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宋体</vt:lpstr>
      <vt:lpstr>Arial</vt:lpstr>
      <vt:lpstr>Calibri</vt:lpstr>
      <vt:lpstr>Office Theme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XY Han</cp:lastModifiedBy>
  <cp:revision>4</cp:revision>
  <dcterms:created xsi:type="dcterms:W3CDTF">2013-01-27T09:14:00Z</dcterms:created>
  <dcterms:modified xsi:type="dcterms:W3CDTF">2026-04-17T10:26:27Z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7E695A366A2D43129932433F6B21610E_12</vt:lpwstr>
  </property>
  <property fmtid="{D5CDD505-2E9C-101B-9397-08002B2CF9AE}" pid="3" name="KSOProductBuildVer">
    <vt:lpwstr>2052-12.1.0.25225</vt:lpwstr>
  </property>
</Properties>
</file>