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17708" y="249381"/>
            <a:ext cx="10232315" cy="1184563"/>
          </a:xfrm>
          <a:prstGeom prst="roundRect">
            <a:avLst/>
          </a:prstGeom>
          <a:solidFill>
            <a:srgbClr val="E3F2FD"/>
          </a:solidFill>
          <a:ln w="228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1875" y="311727"/>
            <a:ext cx="3338202" cy="184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65C0"/>
                </a:solidFill>
                <a:latin typeface="微软雅黑" panose="020B0503020204020204" charset="-122"/>
              </a:rPr>
              <a:t>«layer»  </a:t>
            </a:r>
            <a:r>
              <a:rPr lang="zh-CN" sz="1200" b="1" i="0">
                <a:solidFill>
                  <a:srgbClr val="1565C0"/>
                </a:solidFill>
                <a:latin typeface="微软雅黑" panose="020B0503020204020204" charset="-122"/>
              </a:rPr>
              <a:t>界面</a:t>
            </a:r>
            <a:r>
              <a:rPr sz="1200" b="1" i="0">
                <a:solidFill>
                  <a:srgbClr val="1565C0"/>
                </a:solidFill>
                <a:latin typeface="微软雅黑" panose="020B0503020204020204" charset="-122"/>
              </a:rPr>
              <a:t>层  </a:t>
            </a:r>
            <a:endParaRPr sz="1200" b="1" i="0">
              <a:solidFill>
                <a:srgbClr val="1565C0"/>
              </a:solidFill>
              <a:latin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17805" y="1590040"/>
            <a:ext cx="10232390" cy="2233295"/>
          </a:xfrm>
          <a:prstGeom prst="roundRect">
            <a:avLst/>
          </a:prstGeom>
          <a:solidFill>
            <a:srgbClr val="FFF3E0"/>
          </a:solidFill>
          <a:ln w="2286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1885" y="1717559"/>
            <a:ext cx="3338202" cy="184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65100"/>
                </a:solidFill>
                <a:latin typeface="微软雅黑" panose="020B0503020204020204" charset="-122"/>
              </a:rPr>
              <a:t>«layer»  服务层  </a:t>
            </a:r>
            <a:endParaRPr sz="1200" b="1" i="0">
              <a:solidFill>
                <a:srgbClr val="E65100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17708" y="3911600"/>
            <a:ext cx="10232315" cy="1433945"/>
          </a:xfrm>
          <a:prstGeom prst="roundRect">
            <a:avLst/>
          </a:prstGeom>
          <a:solidFill>
            <a:srgbClr val="F3E5F5"/>
          </a:solidFill>
          <a:ln w="2286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1875" y="3973945"/>
            <a:ext cx="3338202" cy="184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1B9A"/>
                </a:solidFill>
                <a:latin typeface="微软雅黑" panose="020B0503020204020204" charset="-122"/>
              </a:rPr>
              <a:t>«layer»  智能引擎层  </a:t>
            </a:r>
            <a:endParaRPr sz="1200" b="1" i="0">
              <a:solidFill>
                <a:srgbClr val="6A1B9A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17708" y="5501409"/>
            <a:ext cx="10232315" cy="1246909"/>
          </a:xfrm>
          <a:prstGeom prst="roundRect">
            <a:avLst/>
          </a:prstGeom>
          <a:solidFill>
            <a:srgbClr val="E8F5E9"/>
          </a:solidFill>
          <a:ln w="2286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1875" y="5563754"/>
            <a:ext cx="3338202" cy="184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E7D32"/>
                </a:solidFill>
                <a:latin typeface="微软雅黑" panose="020B0503020204020204" charset="-122"/>
              </a:rPr>
              <a:t>«layer»  数据层  </a:t>
            </a:r>
            <a:endParaRPr sz="1200" b="1" i="0">
              <a:solidFill>
                <a:srgbClr val="2E7D32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98265" y="567343"/>
            <a:ext cx="2177088" cy="548640"/>
          </a:xfrm>
          <a:prstGeom prst="rect">
            <a:avLst/>
          </a:prstGeom>
          <a:solidFill>
            <a:srgbClr val="FFFFFF"/>
          </a:solidFill>
          <a:ln w="1397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79416" y="604750"/>
            <a:ext cx="137882" cy="143394"/>
          </a:xfrm>
          <a:prstGeom prst="rect">
            <a:avLst/>
          </a:prstGeom>
          <a:solidFill>
            <a:srgbClr val="FFFFFF"/>
          </a:solidFill>
          <a:ln w="1016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50388" y="617219"/>
            <a:ext cx="58055" cy="41148"/>
          </a:xfrm>
          <a:prstGeom prst="rect">
            <a:avLst/>
          </a:prstGeom>
          <a:solidFill>
            <a:srgbClr val="FFFFFF"/>
          </a:solidFill>
          <a:ln w="1016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50388" y="672083"/>
            <a:ext cx="58055" cy="41148"/>
          </a:xfrm>
          <a:prstGeom prst="rect">
            <a:avLst/>
          </a:prstGeom>
          <a:solidFill>
            <a:srgbClr val="FFFFFF"/>
          </a:solidFill>
          <a:ln w="1016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377" y="617219"/>
            <a:ext cx="1814240" cy="99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1">
                <a:solidFill>
                  <a:srgbClr val="555555"/>
                </a:solidFill>
                <a:latin typeface="微软雅黑" panose="020B0503020204020204" charset="-122"/>
              </a:rPr>
              <a:t>«component»</a:t>
            </a:r>
            <a:endParaRPr sz="830" b="0" i="1">
              <a:solidFill>
                <a:srgbClr val="555555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377" y="791787"/>
            <a:ext cx="1944865" cy="1496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A1A2E"/>
                </a:solidFill>
                <a:latin typeface="微软雅黑" panose="020B0503020204020204" charset="-122"/>
              </a:rPr>
              <a:t>Vue3 视图组件</a:t>
            </a:r>
            <a:endParaRPr sz="1240" b="1" i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136468" y="567343"/>
            <a:ext cx="2177088" cy="548640"/>
          </a:xfrm>
          <a:prstGeom prst="rect">
            <a:avLst/>
          </a:prstGeom>
          <a:solidFill>
            <a:srgbClr val="FFFFFF"/>
          </a:solidFill>
          <a:ln w="1397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17618" y="604750"/>
            <a:ext cx="137882" cy="143394"/>
          </a:xfrm>
          <a:prstGeom prst="rect">
            <a:avLst/>
          </a:prstGeom>
          <a:solidFill>
            <a:srgbClr val="FFFFFF"/>
          </a:solidFill>
          <a:ln w="1016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8590" y="617219"/>
            <a:ext cx="58055" cy="41148"/>
          </a:xfrm>
          <a:prstGeom prst="rect">
            <a:avLst/>
          </a:prstGeom>
          <a:solidFill>
            <a:srgbClr val="FFFFFF"/>
          </a:solidFill>
          <a:ln w="1016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88590" y="672083"/>
            <a:ext cx="58055" cy="41148"/>
          </a:xfrm>
          <a:prstGeom prst="rect">
            <a:avLst/>
          </a:prstGeom>
          <a:solidFill>
            <a:srgbClr val="FFFFFF"/>
          </a:solidFill>
          <a:ln w="1016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2579" y="617219"/>
            <a:ext cx="1814240" cy="99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1">
                <a:solidFill>
                  <a:srgbClr val="555555"/>
                </a:solidFill>
                <a:latin typeface="微软雅黑" panose="020B0503020204020204" charset="-122"/>
              </a:rPr>
              <a:t>«component»</a:t>
            </a:r>
            <a:endParaRPr sz="830" b="0" i="1">
              <a:solidFill>
                <a:srgbClr val="555555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252579" y="791787"/>
            <a:ext cx="1944865" cy="1496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A1A2E"/>
                </a:solidFill>
                <a:latin typeface="微软雅黑" panose="020B0503020204020204" charset="-122"/>
              </a:rPr>
              <a:t>Pinia 状态管理</a:t>
            </a:r>
            <a:endParaRPr sz="1240" b="1" i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474670" y="567343"/>
            <a:ext cx="2177088" cy="548640"/>
          </a:xfrm>
          <a:prstGeom prst="rect">
            <a:avLst/>
          </a:prstGeom>
          <a:solidFill>
            <a:srgbClr val="FFFFFF"/>
          </a:solidFill>
          <a:ln w="1397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55820" y="604750"/>
            <a:ext cx="137882" cy="143394"/>
          </a:xfrm>
          <a:prstGeom prst="rect">
            <a:avLst/>
          </a:prstGeom>
          <a:solidFill>
            <a:srgbClr val="FFFFFF"/>
          </a:solidFill>
          <a:ln w="1016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426792" y="617219"/>
            <a:ext cx="58055" cy="41148"/>
          </a:xfrm>
          <a:prstGeom prst="rect">
            <a:avLst/>
          </a:prstGeom>
          <a:solidFill>
            <a:srgbClr val="FFFFFF"/>
          </a:solidFill>
          <a:ln w="1016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426792" y="672083"/>
            <a:ext cx="58055" cy="41148"/>
          </a:xfrm>
          <a:prstGeom prst="rect">
            <a:avLst/>
          </a:prstGeom>
          <a:solidFill>
            <a:srgbClr val="FFFFFF"/>
          </a:solidFill>
          <a:ln w="1016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90781" y="617219"/>
            <a:ext cx="1814240" cy="99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1">
                <a:solidFill>
                  <a:srgbClr val="555555"/>
                </a:solidFill>
                <a:latin typeface="微软雅黑" panose="020B0503020204020204" charset="-122"/>
              </a:rPr>
              <a:t>«component»</a:t>
            </a:r>
            <a:endParaRPr sz="830" b="0" i="1">
              <a:solidFill>
                <a:srgbClr val="555555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590781" y="791787"/>
            <a:ext cx="1944865" cy="1496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A1A2E"/>
                </a:solidFill>
                <a:latin typeface="微软雅黑" panose="020B0503020204020204" charset="-122"/>
              </a:rPr>
              <a:t>ECharts 可视化图表</a:t>
            </a:r>
            <a:endParaRPr sz="1240" b="1" i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959379" y="1930053"/>
            <a:ext cx="2757645" cy="586047"/>
          </a:xfrm>
          <a:prstGeom prst="rect">
            <a:avLst/>
          </a:prstGeom>
          <a:solidFill>
            <a:srgbClr val="FFFFFF"/>
          </a:solidFill>
          <a:ln w="1397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21086" y="1967460"/>
            <a:ext cx="137882" cy="143394"/>
          </a:xfrm>
          <a:prstGeom prst="rect">
            <a:avLst/>
          </a:prstGeom>
          <a:solidFill>
            <a:srgbClr val="FFFFFF"/>
          </a:solidFill>
          <a:ln w="1016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92059" y="1979929"/>
            <a:ext cx="58055" cy="41148"/>
          </a:xfrm>
          <a:prstGeom prst="rect">
            <a:avLst/>
          </a:prstGeom>
          <a:solidFill>
            <a:srgbClr val="FFFFFF"/>
          </a:solidFill>
          <a:ln w="1016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92059" y="2034793"/>
            <a:ext cx="58055" cy="41148"/>
          </a:xfrm>
          <a:prstGeom prst="rect">
            <a:avLst/>
          </a:prstGeom>
          <a:solidFill>
            <a:srgbClr val="FFFFFF"/>
          </a:solidFill>
          <a:ln w="1016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75490" y="1979929"/>
            <a:ext cx="2394797" cy="99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1">
                <a:solidFill>
                  <a:srgbClr val="555555"/>
                </a:solidFill>
                <a:latin typeface="微软雅黑" panose="020B0503020204020204" charset="-122"/>
              </a:rPr>
              <a:t>«component»</a:t>
            </a:r>
            <a:endParaRPr sz="830" b="0" i="1">
              <a:solidFill>
                <a:srgbClr val="555555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075490" y="2142028"/>
            <a:ext cx="2525422" cy="1496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A1A2E"/>
                </a:solidFill>
                <a:latin typeface="微软雅黑" panose="020B0503020204020204" charset="-122"/>
              </a:rPr>
              <a:t>REST API 网关</a:t>
            </a:r>
            <a:endParaRPr sz="1240" b="1" i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090004" y="2341533"/>
            <a:ext cx="2496394" cy="99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微软雅黑" panose="020B0503020204020204" charset="-122"/>
              </a:rPr>
              <a:t>Flask / 鉴权</a:t>
            </a:r>
            <a:endParaRPr sz="950" b="0" i="0">
              <a:solidFill>
                <a:srgbClr val="555555"/>
              </a:solidFill>
              <a:latin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805569" y="1930053"/>
            <a:ext cx="2322227" cy="586047"/>
          </a:xfrm>
          <a:prstGeom prst="rect">
            <a:avLst/>
          </a:prstGeom>
          <a:solidFill>
            <a:srgbClr val="FFFFFF"/>
          </a:solidFill>
          <a:ln w="1397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31858" y="1967460"/>
            <a:ext cx="137882" cy="143394"/>
          </a:xfrm>
          <a:prstGeom prst="rect">
            <a:avLst/>
          </a:prstGeom>
          <a:solidFill>
            <a:srgbClr val="FFFFFF"/>
          </a:solidFill>
          <a:ln w="1016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02830" y="1979929"/>
            <a:ext cx="58055" cy="41148"/>
          </a:xfrm>
          <a:prstGeom prst="rect">
            <a:avLst/>
          </a:prstGeom>
          <a:solidFill>
            <a:srgbClr val="FFFFFF"/>
          </a:solidFill>
          <a:ln w="1016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902830" y="2034793"/>
            <a:ext cx="58055" cy="41148"/>
          </a:xfrm>
          <a:prstGeom prst="rect">
            <a:avLst/>
          </a:prstGeom>
          <a:solidFill>
            <a:srgbClr val="FFFFFF"/>
          </a:solidFill>
          <a:ln w="1016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21680" y="1979929"/>
            <a:ext cx="1959379" cy="99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1">
                <a:solidFill>
                  <a:srgbClr val="555555"/>
                </a:solidFill>
                <a:latin typeface="微软雅黑" panose="020B0503020204020204" charset="-122"/>
              </a:rPr>
              <a:t>«component»</a:t>
            </a:r>
            <a:endParaRPr sz="830" b="0" i="1">
              <a:solidFill>
                <a:srgbClr val="555555"/>
              </a:solidFill>
              <a:latin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921680" y="2142028"/>
            <a:ext cx="2090004" cy="1496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A1A2E"/>
                </a:solidFill>
                <a:latin typeface="微软雅黑" panose="020B0503020204020204" charset="-122"/>
              </a:rPr>
              <a:t>任务调度器</a:t>
            </a:r>
            <a:endParaRPr sz="1240" b="1" i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936194" y="2341533"/>
            <a:ext cx="2060977" cy="99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微软雅黑" panose="020B0503020204020204" charset="-122"/>
              </a:rPr>
              <a:t>异步调度</a:t>
            </a:r>
            <a:endParaRPr sz="950" b="0" i="0">
              <a:solidFill>
                <a:srgbClr val="555555"/>
              </a:solidFill>
              <a:latin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71702" y="2908877"/>
            <a:ext cx="1959379" cy="561109"/>
          </a:xfrm>
          <a:prstGeom prst="rect">
            <a:avLst/>
          </a:prstGeom>
          <a:solidFill>
            <a:srgbClr val="FFFFFF"/>
          </a:solidFill>
          <a:ln w="1397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235144" y="2946284"/>
            <a:ext cx="137882" cy="143394"/>
          </a:xfrm>
          <a:prstGeom prst="rect">
            <a:avLst/>
          </a:prstGeom>
          <a:solidFill>
            <a:srgbClr val="FFFFFF"/>
          </a:solidFill>
          <a:ln w="1016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206116" y="2958753"/>
            <a:ext cx="58055" cy="41148"/>
          </a:xfrm>
          <a:prstGeom prst="rect">
            <a:avLst/>
          </a:prstGeom>
          <a:solidFill>
            <a:srgbClr val="FFFFFF"/>
          </a:solidFill>
          <a:ln w="1016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206116" y="3013617"/>
            <a:ext cx="58055" cy="41148"/>
          </a:xfrm>
          <a:prstGeom prst="rect">
            <a:avLst/>
          </a:prstGeom>
          <a:solidFill>
            <a:srgbClr val="FFFFFF"/>
          </a:solidFill>
          <a:ln w="1016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7813" y="2958753"/>
            <a:ext cx="1596531" cy="99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1">
                <a:solidFill>
                  <a:srgbClr val="555555"/>
                </a:solidFill>
                <a:latin typeface="微软雅黑" panose="020B0503020204020204" charset="-122"/>
              </a:rPr>
              <a:t>«component»</a:t>
            </a:r>
            <a:endParaRPr sz="830" b="0" i="1">
              <a:solidFill>
                <a:srgbClr val="555555"/>
              </a:solidFill>
              <a:latin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87813" y="3095913"/>
            <a:ext cx="1727156" cy="1496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A1A2E"/>
                </a:solidFill>
                <a:latin typeface="微软雅黑" panose="020B0503020204020204" charset="-122"/>
              </a:rPr>
              <a:t>CVE 知识库</a:t>
            </a:r>
            <a:endParaRPr sz="1240" b="1" i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02327" y="3295419"/>
            <a:ext cx="1698128" cy="99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微软雅黑" panose="020B0503020204020204" charset="-122"/>
              </a:rPr>
              <a:t>导入 / 检索</a:t>
            </a:r>
            <a:endParaRPr sz="950" b="0" i="0">
              <a:solidFill>
                <a:srgbClr val="555555"/>
              </a:solidFill>
              <a:latin typeface="微软雅黑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2648790" y="2908877"/>
            <a:ext cx="1959379" cy="561109"/>
          </a:xfrm>
          <a:prstGeom prst="rect">
            <a:avLst/>
          </a:prstGeom>
          <a:solidFill>
            <a:srgbClr val="FFFFFF"/>
          </a:solidFill>
          <a:ln w="1397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412232" y="2946284"/>
            <a:ext cx="137882" cy="143394"/>
          </a:xfrm>
          <a:prstGeom prst="rect">
            <a:avLst/>
          </a:prstGeom>
          <a:solidFill>
            <a:srgbClr val="FFFFFF"/>
          </a:solidFill>
          <a:ln w="1016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383204" y="2958753"/>
            <a:ext cx="58055" cy="41148"/>
          </a:xfrm>
          <a:prstGeom prst="rect">
            <a:avLst/>
          </a:prstGeom>
          <a:solidFill>
            <a:srgbClr val="FFFFFF"/>
          </a:solidFill>
          <a:ln w="1016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383204" y="3013617"/>
            <a:ext cx="58055" cy="41148"/>
          </a:xfrm>
          <a:prstGeom prst="rect">
            <a:avLst/>
          </a:prstGeom>
          <a:solidFill>
            <a:srgbClr val="FFFFFF"/>
          </a:solidFill>
          <a:ln w="1016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64902" y="2958753"/>
            <a:ext cx="1596531" cy="99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1">
                <a:solidFill>
                  <a:srgbClr val="555555"/>
                </a:solidFill>
                <a:latin typeface="微软雅黑" panose="020B0503020204020204" charset="-122"/>
              </a:rPr>
              <a:t>«component»</a:t>
            </a:r>
            <a:endParaRPr sz="830" b="0" i="1">
              <a:solidFill>
                <a:srgbClr val="555555"/>
              </a:solidFill>
              <a:latin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764902" y="3095913"/>
            <a:ext cx="1727156" cy="1496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A1A2E"/>
                </a:solidFill>
                <a:latin typeface="微软雅黑" panose="020B0503020204020204" charset="-122"/>
              </a:rPr>
              <a:t>策略生成</a:t>
            </a:r>
            <a:endParaRPr sz="1240" b="1" i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779416" y="3295419"/>
            <a:ext cx="1698128" cy="99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微软雅黑" panose="020B0503020204020204" charset="-122"/>
              </a:rPr>
              <a:t>候选生成</a:t>
            </a:r>
            <a:endParaRPr sz="950" b="0" i="0">
              <a:solidFill>
                <a:srgbClr val="555555"/>
              </a:solidFill>
              <a:latin typeface="微软雅黑" panose="020B0503020204020204" charset="-122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4825879" y="2908877"/>
            <a:ext cx="1959379" cy="561109"/>
          </a:xfrm>
          <a:prstGeom prst="rect">
            <a:avLst/>
          </a:prstGeom>
          <a:solidFill>
            <a:srgbClr val="FFFFFF"/>
          </a:solidFill>
          <a:ln w="1397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589320" y="2946284"/>
            <a:ext cx="137882" cy="143394"/>
          </a:xfrm>
          <a:prstGeom prst="rect">
            <a:avLst/>
          </a:prstGeom>
          <a:solidFill>
            <a:srgbClr val="FFFFFF"/>
          </a:solidFill>
          <a:ln w="1016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560293" y="2958753"/>
            <a:ext cx="58055" cy="41148"/>
          </a:xfrm>
          <a:prstGeom prst="rect">
            <a:avLst/>
          </a:prstGeom>
          <a:solidFill>
            <a:srgbClr val="FFFFFF"/>
          </a:solidFill>
          <a:ln w="1016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560293" y="3013617"/>
            <a:ext cx="58055" cy="41148"/>
          </a:xfrm>
          <a:prstGeom prst="rect">
            <a:avLst/>
          </a:prstGeom>
          <a:solidFill>
            <a:srgbClr val="FFFFFF"/>
          </a:solidFill>
          <a:ln w="1016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941990" y="2958753"/>
            <a:ext cx="1596531" cy="99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1">
                <a:solidFill>
                  <a:srgbClr val="555555"/>
                </a:solidFill>
                <a:latin typeface="微软雅黑" panose="020B0503020204020204" charset="-122"/>
              </a:rPr>
              <a:t>«component»</a:t>
            </a:r>
            <a:endParaRPr sz="830" b="0" i="1">
              <a:solidFill>
                <a:srgbClr val="555555"/>
              </a:solidFill>
              <a:latin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941990" y="3095913"/>
            <a:ext cx="1727156" cy="1496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A1A2E"/>
                </a:solidFill>
                <a:latin typeface="微软雅黑" panose="020B0503020204020204" charset="-122"/>
              </a:rPr>
              <a:t>评审与排序</a:t>
            </a:r>
            <a:endParaRPr sz="1240" b="1" i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956504" y="3295419"/>
            <a:ext cx="1698128" cy="99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微软雅黑" panose="020B0503020204020204" charset="-122"/>
              </a:rPr>
              <a:t>评审聚合</a:t>
            </a:r>
            <a:endParaRPr sz="950" b="0" i="0">
              <a:solidFill>
                <a:srgbClr val="555555"/>
              </a:solidFill>
              <a:latin typeface="微软雅黑" panose="020B0503020204020204" charset="-122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7002967" y="2908877"/>
            <a:ext cx="1959379" cy="561109"/>
          </a:xfrm>
          <a:prstGeom prst="rect">
            <a:avLst/>
          </a:prstGeom>
          <a:solidFill>
            <a:srgbClr val="FFFFFF"/>
          </a:solidFill>
          <a:ln w="1397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766409" y="2946284"/>
            <a:ext cx="137882" cy="143394"/>
          </a:xfrm>
          <a:prstGeom prst="rect">
            <a:avLst/>
          </a:prstGeom>
          <a:solidFill>
            <a:srgbClr val="FFFFFF"/>
          </a:solidFill>
          <a:ln w="1016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737381" y="2958753"/>
            <a:ext cx="58055" cy="41148"/>
          </a:xfrm>
          <a:prstGeom prst="rect">
            <a:avLst/>
          </a:prstGeom>
          <a:solidFill>
            <a:srgbClr val="FFFFFF"/>
          </a:solidFill>
          <a:ln w="1016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737381" y="3013617"/>
            <a:ext cx="58055" cy="41148"/>
          </a:xfrm>
          <a:prstGeom prst="rect">
            <a:avLst/>
          </a:prstGeom>
          <a:solidFill>
            <a:srgbClr val="FFFFFF"/>
          </a:solidFill>
          <a:ln w="1016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119079" y="2958753"/>
            <a:ext cx="1596531" cy="99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1">
                <a:solidFill>
                  <a:srgbClr val="555555"/>
                </a:solidFill>
                <a:latin typeface="微软雅黑" panose="020B0503020204020204" charset="-122"/>
              </a:rPr>
              <a:t>«component»</a:t>
            </a:r>
            <a:endParaRPr sz="830" b="0" i="1">
              <a:solidFill>
                <a:srgbClr val="555555"/>
              </a:solidFill>
              <a:latin typeface="微软雅黑" panose="020B0503020204020204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7119079" y="3095913"/>
            <a:ext cx="1727156" cy="1496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A1A2E"/>
                </a:solidFill>
                <a:latin typeface="微软雅黑" panose="020B0503020204020204" charset="-122"/>
              </a:rPr>
              <a:t>部署管理</a:t>
            </a:r>
            <a:endParaRPr sz="1240" b="1" i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7133593" y="3295419"/>
            <a:ext cx="1698128" cy="99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微软雅黑" panose="020B0503020204020204" charset="-122"/>
              </a:rPr>
              <a:t>下发 / 回滚</a:t>
            </a:r>
            <a:endParaRPr sz="950" b="0" i="0">
              <a:solidFill>
                <a:srgbClr val="555555"/>
              </a:solidFill>
              <a:latin typeface="微软雅黑" panose="020B0503020204020204" charset="-122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653415" y="4291965"/>
            <a:ext cx="9506585" cy="673100"/>
          </a:xfrm>
          <a:prstGeom prst="rect">
            <a:avLst/>
          </a:prstGeom>
          <a:solidFill>
            <a:srgbClr val="F9F0FF"/>
          </a:solidFill>
          <a:ln w="1397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69237" y="4341783"/>
            <a:ext cx="2394797" cy="99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1">
                <a:solidFill>
                  <a:srgbClr val="555555"/>
                </a:solidFill>
                <a:latin typeface="微软雅黑" panose="020B0503020204020204" charset="-122"/>
              </a:rPr>
              <a:t>«component»</a:t>
            </a:r>
            <a:endParaRPr sz="830" b="0" i="1">
              <a:solidFill>
                <a:srgbClr val="555555"/>
              </a:solidFill>
              <a:latin typeface="微软雅黑" panose="020B0503020204020204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69237" y="4591165"/>
            <a:ext cx="2525422" cy="1496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A1A2E"/>
                </a:solidFill>
                <a:latin typeface="微软雅黑" panose="020B0503020204020204" charset="-122"/>
              </a:rPr>
              <a:t>KPEAgent 核心引擎</a:t>
            </a:r>
            <a:endParaRPr sz="1240" b="1" i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783751" y="4790670"/>
            <a:ext cx="2496394" cy="99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微软雅黑" panose="020B0503020204020204" charset="-122"/>
              </a:rPr>
              <a:t>统一编排</a:t>
            </a:r>
            <a:endParaRPr sz="950" b="0" i="0">
              <a:solidFill>
                <a:srgbClr val="555555"/>
              </a:solidFill>
              <a:latin typeface="微软雅黑" panose="020B0503020204020204" charset="-122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4100183" y="4348018"/>
            <a:ext cx="1814240" cy="561109"/>
          </a:xfrm>
          <a:prstGeom prst="rect">
            <a:avLst/>
          </a:prstGeom>
          <a:solidFill>
            <a:srgbClr val="FFFFFF"/>
          </a:solidFill>
          <a:ln w="1397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718485" y="4385425"/>
            <a:ext cx="137882" cy="143394"/>
          </a:xfrm>
          <a:prstGeom prst="rect">
            <a:avLst/>
          </a:prstGeom>
          <a:solidFill>
            <a:srgbClr val="FFFFFF"/>
          </a:solidFill>
          <a:ln w="1016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689457" y="4397894"/>
            <a:ext cx="58055" cy="41148"/>
          </a:xfrm>
          <a:prstGeom prst="rect">
            <a:avLst/>
          </a:prstGeom>
          <a:solidFill>
            <a:srgbClr val="FFFFFF"/>
          </a:solidFill>
          <a:ln w="1016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689457" y="4452758"/>
            <a:ext cx="58055" cy="41148"/>
          </a:xfrm>
          <a:prstGeom prst="rect">
            <a:avLst/>
          </a:prstGeom>
          <a:solidFill>
            <a:srgbClr val="FFFFFF"/>
          </a:solidFill>
          <a:ln w="1016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216294" y="4397894"/>
            <a:ext cx="1451392" cy="99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1">
                <a:solidFill>
                  <a:srgbClr val="555555"/>
                </a:solidFill>
                <a:latin typeface="微软雅黑" panose="020B0503020204020204" charset="-122"/>
              </a:rPr>
              <a:t>«component»</a:t>
            </a:r>
            <a:endParaRPr sz="830" b="0" i="1">
              <a:solidFill>
                <a:srgbClr val="555555"/>
              </a:solidFill>
              <a:latin typeface="微软雅黑" panose="020B0503020204020204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4216294" y="4535054"/>
            <a:ext cx="1582017" cy="1496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A1A2E"/>
                </a:solidFill>
                <a:latin typeface="微软雅黑" panose="020B0503020204020204" charset="-122"/>
              </a:rPr>
              <a:t>RAG 检索器</a:t>
            </a:r>
            <a:endParaRPr sz="1240" b="1" i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230808" y="4734559"/>
            <a:ext cx="1552989" cy="99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微软雅黑" panose="020B0503020204020204" charset="-122"/>
              </a:rPr>
              <a:t>证据检索</a:t>
            </a:r>
            <a:endParaRPr sz="950" b="0" i="0">
              <a:solidFill>
                <a:srgbClr val="555555"/>
              </a:solidFill>
              <a:latin typeface="微软雅黑" panose="020B050302020402020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6132132" y="4348018"/>
            <a:ext cx="1814240" cy="561109"/>
          </a:xfrm>
          <a:prstGeom prst="rect">
            <a:avLst/>
          </a:prstGeom>
          <a:solidFill>
            <a:srgbClr val="FFFFFF"/>
          </a:solidFill>
          <a:ln w="1397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50434" y="4385425"/>
            <a:ext cx="137882" cy="143394"/>
          </a:xfrm>
          <a:prstGeom prst="rect">
            <a:avLst/>
          </a:prstGeom>
          <a:solidFill>
            <a:srgbClr val="FFFFFF"/>
          </a:solidFill>
          <a:ln w="1016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721406" y="4397894"/>
            <a:ext cx="58055" cy="41148"/>
          </a:xfrm>
          <a:prstGeom prst="rect">
            <a:avLst/>
          </a:prstGeom>
          <a:solidFill>
            <a:srgbClr val="FFFFFF"/>
          </a:solidFill>
          <a:ln w="1016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21406" y="4452758"/>
            <a:ext cx="58055" cy="41148"/>
          </a:xfrm>
          <a:prstGeom prst="rect">
            <a:avLst/>
          </a:prstGeom>
          <a:solidFill>
            <a:srgbClr val="FFFFFF"/>
          </a:solidFill>
          <a:ln w="1016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248243" y="4397894"/>
            <a:ext cx="1451392" cy="99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1">
                <a:solidFill>
                  <a:srgbClr val="555555"/>
                </a:solidFill>
                <a:latin typeface="微软雅黑" panose="020B0503020204020204" charset="-122"/>
              </a:rPr>
              <a:t>«component»</a:t>
            </a:r>
            <a:endParaRPr sz="830" b="0" i="1">
              <a:solidFill>
                <a:srgbClr val="555555"/>
              </a:solidFill>
              <a:latin typeface="微软雅黑" panose="020B050302020402020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6248243" y="4535054"/>
            <a:ext cx="1582017" cy="1496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A1A2E"/>
                </a:solidFill>
                <a:latin typeface="微软雅黑" panose="020B0503020204020204" charset="-122"/>
              </a:rPr>
              <a:t>CoT 推理机</a:t>
            </a:r>
            <a:endParaRPr sz="1240" b="1" i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262757" y="4734559"/>
            <a:ext cx="1552989" cy="99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微软雅黑" panose="020B0503020204020204" charset="-122"/>
              </a:rPr>
              <a:t>漏洞分析</a:t>
            </a:r>
            <a:endParaRPr sz="950" b="0" i="0">
              <a:solidFill>
                <a:srgbClr val="555555"/>
              </a:solidFill>
              <a:latin typeface="微软雅黑" panose="020B0503020204020204" charset="-122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8164081" y="4348018"/>
            <a:ext cx="1814240" cy="561109"/>
          </a:xfrm>
          <a:prstGeom prst="rect">
            <a:avLst/>
          </a:prstGeom>
          <a:solidFill>
            <a:srgbClr val="FFFFFF"/>
          </a:solidFill>
          <a:ln w="1397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782384" y="4385425"/>
            <a:ext cx="137882" cy="143394"/>
          </a:xfrm>
          <a:prstGeom prst="rect">
            <a:avLst/>
          </a:prstGeom>
          <a:solidFill>
            <a:srgbClr val="FFFFFF"/>
          </a:solidFill>
          <a:ln w="1016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753356" y="4397894"/>
            <a:ext cx="58055" cy="41148"/>
          </a:xfrm>
          <a:prstGeom prst="rect">
            <a:avLst/>
          </a:prstGeom>
          <a:solidFill>
            <a:srgbClr val="FFFFFF"/>
          </a:solidFill>
          <a:ln w="1016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753356" y="4452758"/>
            <a:ext cx="58055" cy="41148"/>
          </a:xfrm>
          <a:prstGeom prst="rect">
            <a:avLst/>
          </a:prstGeom>
          <a:solidFill>
            <a:srgbClr val="FFFFFF"/>
          </a:solidFill>
          <a:ln w="1016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280192" y="4397894"/>
            <a:ext cx="1451392" cy="99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1">
                <a:solidFill>
                  <a:srgbClr val="555555"/>
                </a:solidFill>
                <a:latin typeface="微软雅黑" panose="020B0503020204020204" charset="-122"/>
              </a:rPr>
              <a:t>«component»</a:t>
            </a:r>
            <a:endParaRPr sz="830" b="0" i="1">
              <a:solidFill>
                <a:srgbClr val="555555"/>
              </a:solidFill>
              <a:latin typeface="微软雅黑" panose="020B0503020204020204" charset="-122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8280192" y="4535054"/>
            <a:ext cx="1582017" cy="1496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A1A2E"/>
                </a:solidFill>
                <a:latin typeface="微软雅黑" panose="020B0503020204020204" charset="-122"/>
              </a:rPr>
              <a:t>反馈优化器</a:t>
            </a:r>
            <a:endParaRPr sz="1240" b="1" i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8294706" y="4734559"/>
            <a:ext cx="1552989" cy="99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微软雅黑" panose="020B0503020204020204" charset="-122"/>
              </a:rPr>
              <a:t>反馈修正</a:t>
            </a:r>
            <a:endParaRPr sz="950" b="0" i="0">
              <a:solidFill>
                <a:srgbClr val="555555"/>
              </a:solidFill>
              <a:latin typeface="微软雅黑" panose="020B0503020204020204" charset="-122"/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2322227" y="5806901"/>
            <a:ext cx="2322227" cy="698269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452852" y="5869247"/>
            <a:ext cx="2060977" cy="112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0" i="1">
                <a:solidFill>
                  <a:srgbClr val="2E7D32"/>
                </a:solidFill>
                <a:latin typeface="微软雅黑" panose="020B0503020204020204" charset="-122"/>
              </a:rPr>
              <a:t>«artifact»</a:t>
            </a:r>
            <a:endParaRPr sz="840" b="0" i="1">
              <a:solidFill>
                <a:srgbClr val="2E7D32"/>
              </a:solidFill>
              <a:latin typeface="微软雅黑" panose="020B0503020204020204" charset="-122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2452852" y="6125036"/>
            <a:ext cx="2060977" cy="1866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220" b="1" i="0">
                <a:solidFill>
                  <a:srgbClr val="1A1A2E"/>
                </a:solidFill>
                <a:latin typeface="微软雅黑" panose="020B0503020204020204" charset="-122"/>
              </a:rPr>
              <a:t>数据库</a:t>
            </a:r>
            <a:r>
              <a:rPr sz="1220" b="1" i="0">
                <a:solidFill>
                  <a:srgbClr val="1A1A2E"/>
                </a:solidFill>
                <a:latin typeface="微软雅黑" panose="020B0503020204020204" charset="-122"/>
              </a:rPr>
              <a:t>存储</a:t>
            </a:r>
            <a:endParaRPr sz="1220" b="1" i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2452852" y="6324369"/>
            <a:ext cx="2060977" cy="99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555555"/>
                </a:solidFill>
                <a:latin typeface="微软雅黑" panose="020B0503020204020204" charset="-122"/>
              </a:rPr>
              <a:t>CVE / 策略结果</a:t>
            </a:r>
            <a:endParaRPr sz="940" b="0" i="0">
              <a:solidFill>
                <a:srgbClr val="555555"/>
              </a:solidFill>
              <a:latin typeface="微软雅黑" panose="020B0503020204020204" charset="-122"/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5950708" y="5806901"/>
            <a:ext cx="2322227" cy="698269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081333" y="5869247"/>
            <a:ext cx="2060977" cy="112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0" i="1">
                <a:solidFill>
                  <a:srgbClr val="2E7D32"/>
                </a:solidFill>
                <a:latin typeface="微软雅黑" panose="020B0503020204020204" charset="-122"/>
              </a:rPr>
              <a:t>«artifact»</a:t>
            </a:r>
            <a:endParaRPr sz="840" b="0" i="1">
              <a:solidFill>
                <a:srgbClr val="2E7D32"/>
              </a:solidFill>
              <a:latin typeface="微软雅黑" panose="020B0503020204020204" charset="-122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6081333" y="6143567"/>
            <a:ext cx="2060977" cy="1496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A1A2E"/>
                </a:solidFill>
                <a:latin typeface="微软雅黑" panose="020B0503020204020204" charset="-122"/>
              </a:rPr>
              <a:t>向量索引</a:t>
            </a:r>
            <a:endParaRPr sz="1220" b="1" i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6081333" y="6324369"/>
            <a:ext cx="2060977" cy="99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555555"/>
                </a:solidFill>
                <a:latin typeface="微软雅黑" panose="020B0503020204020204" charset="-122"/>
              </a:rPr>
              <a:t>语义检索</a:t>
            </a:r>
            <a:endParaRPr sz="940" b="0" i="0">
              <a:solidFill>
                <a:srgbClr val="555555"/>
              </a:solidFill>
              <a:latin typeface="微软雅黑" panose="020B0503020204020204" charset="-122"/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10032749" y="2840297"/>
            <a:ext cx="1705385" cy="698269"/>
          </a:xfrm>
          <a:prstGeom prst="rect">
            <a:avLst/>
          </a:prstGeom>
          <a:solidFill>
            <a:srgbClr val="ECEFF1"/>
          </a:solidFill>
          <a:ln w="15240">
            <a:solidFill>
              <a:srgbClr val="789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134346" y="2877704"/>
            <a:ext cx="1502191" cy="99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 i="1">
                <a:solidFill>
                  <a:srgbClr val="78909C"/>
                </a:solidFill>
                <a:latin typeface="微软雅黑" panose="020B0503020204020204" charset="-122"/>
              </a:rPr>
              <a:t>«node»</a:t>
            </a:r>
            <a:endParaRPr sz="810" b="0" i="1">
              <a:solidFill>
                <a:srgbClr val="78909C"/>
              </a:solidFill>
              <a:latin typeface="微软雅黑" panose="020B0503020204020204" charset="-122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10134346" y="3189431"/>
            <a:ext cx="1502191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1A1A2E"/>
                </a:solidFill>
                <a:latin typeface="微软雅黑" panose="020B0503020204020204" charset="-122"/>
              </a:rPr>
              <a:t>目标集群</a:t>
            </a:r>
            <a:endParaRPr sz="1160" b="1" i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0134346" y="3363999"/>
            <a:ext cx="1502191" cy="99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5555"/>
                </a:solidFill>
                <a:latin typeface="微软雅黑" panose="020B0503020204020204" charset="-122"/>
              </a:rPr>
              <a:t>/ 主机</a:t>
            </a:r>
            <a:endParaRPr sz="900" b="0" i="0">
              <a:solidFill>
                <a:srgbClr val="555555"/>
              </a:solidFill>
              <a:latin typeface="微软雅黑" panose="020B0503020204020204" charset="-122"/>
            </a:endParaRPr>
          </a:p>
        </p:txBody>
      </p:sp>
      <p:cxnSp>
        <p:nvCxnSpPr>
          <p:cNvPr id="110" name="Connector 109"/>
          <p:cNvCxnSpPr/>
          <p:nvPr/>
        </p:nvCxnSpPr>
        <p:spPr>
          <a:xfrm>
            <a:off x="1886809" y="1115983"/>
            <a:ext cx="0" cy="411480"/>
          </a:xfrm>
          <a:prstGeom prst="line">
            <a:avLst/>
          </a:prstGeom>
          <a:ln w="1905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886809" y="1527463"/>
            <a:ext cx="1451393" cy="0"/>
          </a:xfrm>
          <a:prstGeom prst="line">
            <a:avLst/>
          </a:prstGeom>
          <a:ln w="1905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3338202" y="1527463"/>
            <a:ext cx="0" cy="205740"/>
          </a:xfrm>
          <a:prstGeom prst="line">
            <a:avLst/>
          </a:prstGeom>
          <a:ln w="19050">
            <a:solidFill>
              <a:srgbClr val="26323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4717024" y="2223077"/>
            <a:ext cx="1088545" cy="0"/>
          </a:xfrm>
          <a:prstGeom prst="line">
            <a:avLst/>
          </a:prstGeom>
          <a:ln w="19050">
            <a:solidFill>
              <a:srgbClr val="26323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6966682" y="2516100"/>
            <a:ext cx="0" cy="143395"/>
          </a:xfrm>
          <a:prstGeom prst="line">
            <a:avLst/>
          </a:prstGeom>
          <a:ln w="1905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H="1">
            <a:off x="3628480" y="2659495"/>
            <a:ext cx="3338202" cy="0"/>
          </a:xfrm>
          <a:prstGeom prst="line">
            <a:avLst/>
          </a:prstGeom>
          <a:ln w="1905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3628480" y="2659495"/>
            <a:ext cx="0" cy="249382"/>
          </a:xfrm>
          <a:prstGeom prst="line">
            <a:avLst/>
          </a:prstGeom>
          <a:ln w="19050">
            <a:solidFill>
              <a:srgbClr val="26323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Rounded Rectangle 117"/>
          <p:cNvSpPr/>
          <p:nvPr/>
        </p:nvSpPr>
        <p:spPr>
          <a:xfrm>
            <a:off x="4880306" y="2553508"/>
            <a:ext cx="834550" cy="21197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37474F"/>
                </a:solidFill>
                <a:latin typeface="微软雅黑" panose="020B0503020204020204" charset="-122"/>
              </a:rPr>
              <a:t>任务分发</a:t>
            </a:r>
            <a:endParaRPr sz="840" b="0" i="0">
              <a:solidFill>
                <a:srgbClr val="37474F"/>
              </a:solidFill>
              <a:latin typeface="微软雅黑" panose="020B0503020204020204" charset="-122"/>
            </a:endParaRPr>
          </a:p>
        </p:txBody>
      </p:sp>
      <p:cxnSp>
        <p:nvCxnSpPr>
          <p:cNvPr id="119" name="Connector 118"/>
          <p:cNvCxnSpPr/>
          <p:nvPr/>
        </p:nvCxnSpPr>
        <p:spPr>
          <a:xfrm>
            <a:off x="3628480" y="3469986"/>
            <a:ext cx="0" cy="360045"/>
          </a:xfrm>
          <a:prstGeom prst="line">
            <a:avLst/>
          </a:prstGeom>
          <a:ln w="1905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H="1">
            <a:off x="2031949" y="3830550"/>
            <a:ext cx="1596531" cy="0"/>
          </a:xfrm>
          <a:prstGeom prst="line">
            <a:avLst/>
          </a:prstGeom>
          <a:ln w="1905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2031949" y="3830550"/>
            <a:ext cx="0" cy="461357"/>
          </a:xfrm>
          <a:prstGeom prst="line">
            <a:avLst/>
          </a:prstGeom>
          <a:ln w="19050">
            <a:solidFill>
              <a:srgbClr val="26323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9071201" y="4909127"/>
            <a:ext cx="0" cy="405245"/>
          </a:xfrm>
          <a:prstGeom prst="line">
            <a:avLst/>
          </a:prstGeom>
          <a:ln w="1905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H="1">
            <a:off x="3483341" y="5314372"/>
            <a:ext cx="5587860" cy="0"/>
          </a:xfrm>
          <a:prstGeom prst="line">
            <a:avLst/>
          </a:prstGeom>
          <a:ln w="1905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3483341" y="5314372"/>
            <a:ext cx="0" cy="492529"/>
          </a:xfrm>
          <a:prstGeom prst="line">
            <a:avLst/>
          </a:prstGeom>
          <a:ln w="19050">
            <a:solidFill>
              <a:srgbClr val="26323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ounded Rectangle 125"/>
          <p:cNvSpPr/>
          <p:nvPr/>
        </p:nvSpPr>
        <p:spPr>
          <a:xfrm>
            <a:off x="8737906" y="5005820"/>
            <a:ext cx="834550" cy="21197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37474F"/>
                </a:solidFill>
                <a:latin typeface="微软雅黑" panose="020B0503020204020204" charset="-122"/>
              </a:rPr>
              <a:t>持久化</a:t>
            </a:r>
            <a:endParaRPr sz="840" b="0" i="0">
              <a:solidFill>
                <a:srgbClr val="37474F"/>
              </a:solidFill>
              <a:latin typeface="微软雅黑" panose="020B0503020204020204" charset="-122"/>
            </a:endParaRPr>
          </a:p>
        </p:txBody>
      </p:sp>
      <p:cxnSp>
        <p:nvCxnSpPr>
          <p:cNvPr id="127" name="Connector 126"/>
          <p:cNvCxnSpPr/>
          <p:nvPr/>
        </p:nvCxnSpPr>
        <p:spPr>
          <a:xfrm>
            <a:off x="5914423" y="4690918"/>
            <a:ext cx="290279" cy="0"/>
          </a:xfrm>
          <a:prstGeom prst="line">
            <a:avLst/>
          </a:prstGeom>
          <a:ln w="19050">
            <a:solidFill>
              <a:srgbClr val="26323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6204702" y="4690918"/>
            <a:ext cx="0" cy="760614"/>
          </a:xfrm>
          <a:prstGeom prst="line">
            <a:avLst/>
          </a:prstGeom>
          <a:ln w="19050">
            <a:solidFill>
              <a:srgbClr val="26323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6204702" y="5451532"/>
            <a:ext cx="907120" cy="0"/>
          </a:xfrm>
          <a:prstGeom prst="line">
            <a:avLst/>
          </a:prstGeom>
          <a:ln w="19050">
            <a:solidFill>
              <a:srgbClr val="26323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7111822" y="5451532"/>
            <a:ext cx="0" cy="355369"/>
          </a:xfrm>
          <a:prstGeom prst="line">
            <a:avLst/>
          </a:prstGeom>
          <a:ln w="19050">
            <a:solidFill>
              <a:srgbClr val="263238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ounded Rectangle 130"/>
          <p:cNvSpPr/>
          <p:nvPr/>
        </p:nvSpPr>
        <p:spPr>
          <a:xfrm>
            <a:off x="6549407" y="5345545"/>
            <a:ext cx="834550" cy="21197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37474F"/>
                </a:solidFill>
                <a:latin typeface="微软雅黑" panose="020B0503020204020204" charset="-122"/>
              </a:rPr>
              <a:t>语义检索</a:t>
            </a:r>
            <a:endParaRPr sz="840" b="0" i="0">
              <a:solidFill>
                <a:srgbClr val="37474F"/>
              </a:solidFill>
              <a:latin typeface="微软雅黑" panose="020B0503020204020204" charset="-122"/>
            </a:endParaRPr>
          </a:p>
        </p:txBody>
      </p:sp>
      <p:cxnSp>
        <p:nvCxnSpPr>
          <p:cNvPr id="132" name="Connector 131"/>
          <p:cNvCxnSpPr/>
          <p:nvPr/>
        </p:nvCxnSpPr>
        <p:spPr>
          <a:xfrm>
            <a:off x="8962347" y="3189431"/>
            <a:ext cx="1070402" cy="0"/>
          </a:xfrm>
          <a:prstGeom prst="line">
            <a:avLst/>
          </a:prstGeom>
          <a:ln w="19050">
            <a:solidFill>
              <a:srgbClr val="26323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ounded Rectangle 132"/>
          <p:cNvSpPr/>
          <p:nvPr/>
        </p:nvSpPr>
        <p:spPr>
          <a:xfrm>
            <a:off x="8817208" y="2940050"/>
            <a:ext cx="1523961" cy="21197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37474F"/>
                </a:solidFill>
                <a:latin typeface="微软雅黑" panose="020B0503020204020204" charset="-122"/>
              </a:rPr>
              <a:t>K8s API / SSH</a:t>
            </a:r>
            <a:endParaRPr sz="840" b="0" i="0">
              <a:solidFill>
                <a:srgbClr val="37474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434</Words>
  <Application>WPS 演示</Application>
  <PresentationFormat>On-screen Show (4:3)</PresentationFormat>
  <Paragraphs>106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hxy</cp:lastModifiedBy>
  <cp:revision>3</cp:revision>
  <dcterms:created xsi:type="dcterms:W3CDTF">2013-01-27T09:14:00Z</dcterms:created>
  <dcterms:modified xsi:type="dcterms:W3CDTF">2026-04-05T09:24:04Z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7E695A366A2D43129932433F6B21610E_12</vt:lpwstr>
  </property>
  <property fmtid="{D5CDD505-2E9C-101B-9397-08002B2CF9AE}" pid="3" name="KSOProductBuildVer">
    <vt:lpwstr>2052-12.1.0.25225</vt:lpwstr>
  </property>
</Properties>
</file>