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7708" y="249381"/>
            <a:ext cx="10232315" cy="1184563"/>
          </a:xfrm>
          <a:prstGeom prst="roundRect">
            <a:avLst/>
          </a:prstGeom>
          <a:solidFill>
            <a:srgbClr val="E3F2FD"/>
          </a:solidFill>
          <a:ln w="228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1875" y="311727"/>
            <a:ext cx="3338202" cy="21197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565C0"/>
                </a:solidFill>
                <a:latin typeface="Microsoft YaHei"/>
              </a:rPr>
              <a:t>«layer»  展现层  Presentation Layer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7708" y="1589809"/>
            <a:ext cx="10232315" cy="2026227"/>
          </a:xfrm>
          <a:prstGeom prst="roundRect">
            <a:avLst/>
          </a:prstGeom>
          <a:solidFill>
            <a:srgbClr val="FFF3E0"/>
          </a:solidFill>
          <a:ln w="2286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91875" y="1652154"/>
            <a:ext cx="3338202" cy="21197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5100"/>
                </a:solidFill>
                <a:latin typeface="Microsoft YaHei"/>
              </a:rPr>
              <a:t>«layer»  服务层  Service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7708" y="3771900"/>
            <a:ext cx="10232315" cy="1433945"/>
          </a:xfrm>
          <a:prstGeom prst="roundRect">
            <a:avLst/>
          </a:prstGeom>
          <a:solidFill>
            <a:srgbClr val="F3E5F5"/>
          </a:solidFill>
          <a:ln w="2286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1875" y="3834245"/>
            <a:ext cx="3338202" cy="21197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A1B9A"/>
                </a:solidFill>
                <a:latin typeface="Microsoft YaHei"/>
              </a:rPr>
              <a:t>«layer»  智能引擎层  Intelligence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7708" y="5361709"/>
            <a:ext cx="10232315" cy="1246909"/>
          </a:xfrm>
          <a:prstGeom prst="roundRect">
            <a:avLst/>
          </a:prstGeom>
          <a:solidFill>
            <a:srgbClr val="E8F5E9"/>
          </a:solidFill>
          <a:ln w="228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1875" y="5424054"/>
            <a:ext cx="3338202" cy="21197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D32"/>
                </a:solidFill>
                <a:latin typeface="Microsoft YaHei"/>
              </a:rPr>
              <a:t>«layer»  数据层  Data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65" y="567343"/>
            <a:ext cx="2177088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79416" y="604750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0388" y="617219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50388" y="67208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617219"/>
            <a:ext cx="1814240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377" y="791787"/>
            <a:ext cx="1944865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Vue3 视图组件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36468" y="567343"/>
            <a:ext cx="2177088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17618" y="604750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8590" y="617219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8590" y="67208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2579" y="617219"/>
            <a:ext cx="1814240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2579" y="791787"/>
            <a:ext cx="1944865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Pinia 状态管理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74670" y="567343"/>
            <a:ext cx="2177088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55820" y="604750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26792" y="617219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26792" y="67208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90781" y="617219"/>
            <a:ext cx="1814240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0781" y="791787"/>
            <a:ext cx="1944865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ECharts 可视化图表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59379" y="1733203"/>
            <a:ext cx="2757645" cy="586047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21086" y="1770610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2059" y="1783079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92059" y="183794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75490" y="1783079"/>
            <a:ext cx="2394797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75490" y="1945178"/>
            <a:ext cx="2525422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REST API 网关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90004" y="2144683"/>
            <a:ext cx="2496394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Flask / 鉴权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5569" y="1733203"/>
            <a:ext cx="2322227" cy="586047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31858" y="1770610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2830" y="1783079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02830" y="183794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21680" y="1783079"/>
            <a:ext cx="1959379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21680" y="1945178"/>
            <a:ext cx="2090004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任务调度器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36194" y="2144683"/>
            <a:ext cx="2060977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异步调度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1702" y="2712027"/>
            <a:ext cx="1959379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144" y="2749434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06116" y="276190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06116" y="2816767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7813" y="2761903"/>
            <a:ext cx="1596531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7813" y="2899063"/>
            <a:ext cx="1727156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CVE 知识库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2327" y="3098569"/>
            <a:ext cx="1698128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导入 / 检索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48790" y="2712027"/>
            <a:ext cx="1959379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12232" y="2749434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83204" y="276190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83204" y="2816767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64902" y="2761903"/>
            <a:ext cx="1596531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64902" y="2899063"/>
            <a:ext cx="1727156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策略生成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79416" y="3098569"/>
            <a:ext cx="1698128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候选生成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25879" y="2712027"/>
            <a:ext cx="1959379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89320" y="2749434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60293" y="276190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560293" y="2816767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41990" y="2761903"/>
            <a:ext cx="1596531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41990" y="2899063"/>
            <a:ext cx="1727156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评审与排序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56504" y="3098569"/>
            <a:ext cx="1698128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评审聚合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02967" y="2712027"/>
            <a:ext cx="1959379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766409" y="2749434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737381" y="276190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737381" y="2816767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9079" y="2761903"/>
            <a:ext cx="1596531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19079" y="2899063"/>
            <a:ext cx="1727156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部署管理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3593" y="3098569"/>
            <a:ext cx="1698128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下发 / 回滚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3126" y="4152207"/>
            <a:ext cx="2757645" cy="673330"/>
          </a:xfrm>
          <a:prstGeom prst="rect">
            <a:avLst/>
          </a:prstGeom>
          <a:solidFill>
            <a:srgbClr val="F9F0FF"/>
          </a:solidFill>
          <a:ln w="1397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214833" y="4189614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85806" y="420208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185806" y="4256947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9237" y="4202083"/>
            <a:ext cx="2394797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9237" y="4451465"/>
            <a:ext cx="2525422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KPEAgent 核心引擎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3751" y="4650970"/>
            <a:ext cx="2496394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统一编排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00183" y="4208318"/>
            <a:ext cx="1814240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718485" y="4245725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89457" y="4258194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89457" y="4313058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16294" y="4258194"/>
            <a:ext cx="1451392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16294" y="4395354"/>
            <a:ext cx="1582017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RAG 检索器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30808" y="4594859"/>
            <a:ext cx="1552989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证据检索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32132" y="4208318"/>
            <a:ext cx="1814240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50434" y="4245725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721406" y="4258194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1406" y="4313058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48243" y="4258194"/>
            <a:ext cx="1451392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48243" y="4395354"/>
            <a:ext cx="1582017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CoT 推理机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62757" y="4594859"/>
            <a:ext cx="1552989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漏洞分析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164081" y="4208318"/>
            <a:ext cx="1814240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782384" y="4245725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753356" y="4258194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753356" y="4313058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80192" y="4258194"/>
            <a:ext cx="1451392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 i="1">
                <a:solidFill>
                  <a:srgbClr val="555555"/>
                </a:solidFill>
                <a:latin typeface="Microsoft YaHei"/>
              </a:rPr>
              <a:t>«component»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80192" y="4395354"/>
            <a:ext cx="1582017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1A1A2E"/>
                </a:solidFill>
                <a:latin typeface="Microsoft YaHei"/>
              </a:rPr>
              <a:t>反馈优化器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94706" y="4594859"/>
            <a:ext cx="1552989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Microsoft YaHei"/>
              </a:rPr>
              <a:t>反馈修正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322227" y="5667201"/>
            <a:ext cx="2322227" cy="698269"/>
          </a:xfrm>
          <a:prstGeom prst="rect">
            <a:avLst/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52852" y="5729547"/>
            <a:ext cx="2060977" cy="112221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0" i="1">
                <a:solidFill>
                  <a:srgbClr val="2E7D32"/>
                </a:solidFill>
                <a:latin typeface="Microsoft YaHei"/>
              </a:rPr>
              <a:t>«artifact»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52852" y="6003867"/>
            <a:ext cx="2060977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A1A2E"/>
                </a:solidFill>
                <a:latin typeface="Microsoft YaHei"/>
              </a:rPr>
              <a:t>文件存储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52852" y="6184669"/>
            <a:ext cx="2060977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555"/>
                </a:solidFill>
                <a:latin typeface="Microsoft YaHei"/>
              </a:rPr>
              <a:t>CVE / 策略结果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950708" y="5667201"/>
            <a:ext cx="2322227" cy="698269"/>
          </a:xfrm>
          <a:prstGeom prst="rect">
            <a:avLst/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81333" y="5729547"/>
            <a:ext cx="2060977" cy="112221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0" i="1">
                <a:solidFill>
                  <a:srgbClr val="2E7D32"/>
                </a:solidFill>
                <a:latin typeface="Microsoft YaHei"/>
              </a:rPr>
              <a:t>«artifact»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81333" y="6003867"/>
            <a:ext cx="2060977" cy="149629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A1A2E"/>
                </a:solidFill>
                <a:latin typeface="Microsoft YaHei"/>
              </a:rPr>
              <a:t>向量索引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81333" y="6184669"/>
            <a:ext cx="2060977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555"/>
                </a:solidFill>
                <a:latin typeface="Microsoft YaHei"/>
              </a:rPr>
              <a:t>语义检索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032749" y="2643447"/>
            <a:ext cx="1705385" cy="698269"/>
          </a:xfrm>
          <a:prstGeom prst="rect">
            <a:avLst/>
          </a:prstGeom>
          <a:solidFill>
            <a:srgbClr val="ECEFF1"/>
          </a:solidFill>
          <a:ln w="1524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134346" y="2680854"/>
            <a:ext cx="1502191" cy="99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0" i="1">
                <a:solidFill>
                  <a:srgbClr val="78909C"/>
                </a:solidFill>
                <a:latin typeface="Microsoft YaHei"/>
              </a:rPr>
              <a:t>«node»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34346" y="2992581"/>
            <a:ext cx="1502191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1A1A2E"/>
                </a:solidFill>
                <a:latin typeface="Microsoft YaHei"/>
              </a:rPr>
              <a:t>目标集群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34346" y="3167149"/>
            <a:ext cx="1502191" cy="99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5555"/>
                </a:solidFill>
                <a:latin typeface="Microsoft YaHei"/>
              </a:rPr>
              <a:t>/ 主机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1886809" y="1115983"/>
            <a:ext cx="0" cy="411480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886809" y="1527463"/>
            <a:ext cx="1451393" cy="0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338202" y="1527463"/>
            <a:ext cx="0" cy="205740"/>
          </a:xfrm>
          <a:prstGeom prst="line">
            <a:avLst/>
          </a:prstGeom>
          <a:ln w="19050">
            <a:solidFill>
              <a:srgbClr val="26323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1850525" y="1421476"/>
            <a:ext cx="1523961" cy="21197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37474F"/>
                </a:solidFill>
                <a:latin typeface="Microsoft YaHei"/>
              </a:rPr>
              <a:t>HTTP / JSON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4717024" y="2026227"/>
            <a:ext cx="1088545" cy="0"/>
          </a:xfrm>
          <a:prstGeom prst="line">
            <a:avLst/>
          </a:prstGeom>
          <a:ln w="19050">
            <a:solidFill>
              <a:srgbClr val="26323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6966682" y="2319250"/>
            <a:ext cx="0" cy="143395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3628480" y="2462645"/>
            <a:ext cx="3338202" cy="0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628480" y="2462645"/>
            <a:ext cx="0" cy="249382"/>
          </a:xfrm>
          <a:prstGeom prst="line">
            <a:avLst/>
          </a:prstGeom>
          <a:ln w="19050">
            <a:solidFill>
              <a:srgbClr val="26323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4880306" y="2356658"/>
            <a:ext cx="834550" cy="21197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37474F"/>
                </a:solidFill>
                <a:latin typeface="Microsoft YaHei"/>
              </a:rPr>
              <a:t>任务分发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628480" y="3273136"/>
            <a:ext cx="0" cy="417714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>
            <a:off x="2031949" y="3690850"/>
            <a:ext cx="1596531" cy="0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031949" y="3690850"/>
            <a:ext cx="0" cy="461357"/>
          </a:xfrm>
          <a:prstGeom prst="line">
            <a:avLst/>
          </a:prstGeom>
          <a:ln w="19050">
            <a:solidFill>
              <a:srgbClr val="26323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ounded Rectangle 121"/>
          <p:cNvSpPr/>
          <p:nvPr/>
        </p:nvSpPr>
        <p:spPr>
          <a:xfrm>
            <a:off x="2412939" y="3584863"/>
            <a:ext cx="834550" cy="21197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37474F"/>
                </a:solidFill>
                <a:latin typeface="Microsoft YaHei"/>
              </a:rPr>
              <a:t>生成调用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9071201" y="4769427"/>
            <a:ext cx="0" cy="405245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3483341" y="5174672"/>
            <a:ext cx="5587860" cy="0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483341" y="5174672"/>
            <a:ext cx="0" cy="492529"/>
          </a:xfrm>
          <a:prstGeom prst="line">
            <a:avLst/>
          </a:prstGeom>
          <a:ln w="19050">
            <a:solidFill>
              <a:srgbClr val="26323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5896281" y="5068685"/>
            <a:ext cx="834550" cy="21197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37474F"/>
                </a:solidFill>
                <a:latin typeface="Microsoft YaHei"/>
              </a:rPr>
              <a:t>持久化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5914423" y="4551218"/>
            <a:ext cx="290279" cy="0"/>
          </a:xfrm>
          <a:prstGeom prst="line">
            <a:avLst/>
          </a:prstGeom>
          <a:ln w="19050">
            <a:solidFill>
              <a:srgbClr val="26323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6204702" y="4551218"/>
            <a:ext cx="0" cy="760614"/>
          </a:xfrm>
          <a:prstGeom prst="line">
            <a:avLst/>
          </a:prstGeom>
          <a:ln w="19050">
            <a:solidFill>
              <a:srgbClr val="26323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6204702" y="5311832"/>
            <a:ext cx="907120" cy="0"/>
          </a:xfrm>
          <a:prstGeom prst="line">
            <a:avLst/>
          </a:prstGeom>
          <a:ln w="19050">
            <a:solidFill>
              <a:srgbClr val="26323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111822" y="5311832"/>
            <a:ext cx="0" cy="355369"/>
          </a:xfrm>
          <a:prstGeom prst="line">
            <a:avLst/>
          </a:prstGeom>
          <a:ln w="19050">
            <a:solidFill>
              <a:srgbClr val="263238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6549407" y="5205845"/>
            <a:ext cx="834550" cy="21197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37474F"/>
                </a:solidFill>
                <a:latin typeface="Microsoft YaHei"/>
              </a:rPr>
              <a:t>语义检索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8962347" y="2992581"/>
            <a:ext cx="1070402" cy="0"/>
          </a:xfrm>
          <a:prstGeom prst="line">
            <a:avLst/>
          </a:prstGeom>
          <a:ln w="19050">
            <a:solidFill>
              <a:srgbClr val="26323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8817208" y="2743200"/>
            <a:ext cx="1523961" cy="21197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37474F"/>
                </a:solidFill>
                <a:latin typeface="Microsoft YaHei"/>
              </a:rPr>
              <a:t>K8s API / SSH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