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365760"/>
            <a:ext cx="182880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安全工程师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12680" y="365760"/>
            <a:ext cx="182880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专家评审员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37744"/>
            <a:ext cx="6492240" cy="6144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658368"/>
            <a:ext cx="1874519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漏洞知识与证据管理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554480"/>
            <a:ext cx="1874519" cy="420624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安全上下文构建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2523744"/>
            <a:ext cx="1874519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结构化漏洞分析与
候选策略生成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23744"/>
            <a:ext cx="182880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三维评审与
同类型排序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730752"/>
            <a:ext cx="1828800" cy="420624"/>
          </a:xfrm>
          <a:prstGeom prst="rect">
            <a:avLst/>
          </a:prstGeom>
          <a:solidFill>
            <a:srgbClr val="F6F6F6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反馈优化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773168"/>
            <a:ext cx="1828800" cy="420624"/>
          </a:xfrm>
          <a:prstGeom prst="rect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确认结果与部署验证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1508760" cy="420624"/>
          </a:xfrm>
          <a:prstGeom prst="rect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1353312"/>
            <a:ext cx="1508760" cy="219456"/>
          </a:xfrm>
          <a:prstGeom prst="ellipse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" y="1737360"/>
            <a:ext cx="1508760" cy="219456"/>
          </a:xfrm>
          <a:prstGeom prst="ellipse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499616"/>
            <a:ext cx="13624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CVE 与多源证据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1508760" cy="420624"/>
          </a:xfrm>
          <a:prstGeom prst="rect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2788920"/>
            <a:ext cx="1508760" cy="219456"/>
          </a:xfrm>
          <a:prstGeom prst="ellipse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3172968"/>
            <a:ext cx="1508760" cy="219456"/>
          </a:xfrm>
          <a:prstGeom prst="ellipse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935224"/>
            <a:ext cx="13624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候选策略与
中间结果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00600"/>
            <a:ext cx="1508760" cy="420624"/>
          </a:xfrm>
          <a:prstGeom prst="rect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4709160"/>
            <a:ext cx="1508760" cy="219456"/>
          </a:xfrm>
          <a:prstGeom prst="ellipse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5093208"/>
            <a:ext cx="1508760" cy="219456"/>
          </a:xfrm>
          <a:prstGeom prst="ellipse">
            <a:avLst/>
          </a:prstGeom>
          <a:solidFill>
            <a:srgbClr val="F6F6F6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855464"/>
            <a:ext cx="13624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排序与审计记录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76272" y="557784"/>
            <a:ext cx="1572767" cy="283464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331720" y="384048"/>
            <a:ext cx="100584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发起会话 / 查询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23560" y="2770632"/>
            <a:ext cx="777240" cy="0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96128" y="2267712"/>
            <a:ext cx="91440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候选提交评审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229600" y="557784"/>
            <a:ext cx="1783080" cy="2212848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50224" y="1444752"/>
            <a:ext cx="841248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评审意见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178040" y="3941063"/>
            <a:ext cx="105156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178040" y="3017520"/>
            <a:ext cx="0" cy="923543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623560" y="3017520"/>
            <a:ext cx="1554480" cy="0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300216" y="3273552"/>
            <a:ext cx="841248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修订建议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2011680" y="4983480"/>
            <a:ext cx="6217920" cy="27432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9976" y="4608576"/>
            <a:ext cx="1298448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写入审计与排序记录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11680" y="1664208"/>
            <a:ext cx="1737359" cy="73152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400300" y="1261872"/>
            <a:ext cx="77724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检索证据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2011680" y="2834640"/>
            <a:ext cx="1737359" cy="256032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354580" y="2962656"/>
            <a:ext cx="123444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读取候选与中间结果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