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角色与用例关系图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49808"/>
            <a:ext cx="11183112" cy="5532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le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912" y="914400"/>
            <a:ext cx="7271126" cy="5202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