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4592" y="1371600"/>
            <a:ext cx="2267712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64592" y="1792224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64592" y="2933395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19456" y="1399032"/>
            <a:ext cx="2157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CVE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856231"/>
            <a:ext cx="2084831" cy="10497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cve_id
- String summary
- String description
- Float cvss_score
- String severity
- Date published_date
- Enum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2997403"/>
            <a:ext cx="2084831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getSeverityLevel(): String
+ toFeatureVector():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572768"/>
            <a:ext cx="2761488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6120" y="199339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46120" y="303800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00984" y="160020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057400"/>
            <a:ext cx="2578608" cy="9531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session_id
- String model_name
- String prompt_template
- DateTime created_at
- Enum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3102010"/>
            <a:ext cx="2578608" cy="619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initWorkspace(): void
+ getLatestStrategy():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1968" y="1874519"/>
            <a:ext cx="2176272" cy="1883664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601968" y="2295144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01968" y="3199302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56831" y="1901951"/>
            <a:ext cx="206654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7" y="2359151"/>
            <a:ext cx="1993391" cy="81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strategy_id
- String content
- String reasoning_chain
- List&lt;String&gt; rag_snippets
- Int version
- DateTime generated_at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7" y="3263310"/>
            <a:ext cx="1993391" cy="4674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render(): String
+ diff(other): String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28632" y="1426464"/>
            <a:ext cx="2286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628632" y="1847088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28632" y="2944368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83496" y="1453896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Microsoft YaHei"/>
              </a:rPr>
              <a:t>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1911095"/>
            <a:ext cx="210312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- String ranking_id
- String user_id
- DateTime created_at
- List&lt;String&gt; order
- Map&lt;String, Float&gt; dimension_scores
- String comment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3008375"/>
            <a:ext cx="21031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+ validate(): Boolean
+ toPreferencePair(): Pair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32304" y="2560320"/>
            <a:ext cx="813816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450592" y="2267712"/>
            <a:ext cx="7315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发起分析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2697480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2267712"/>
            <a:ext cx="292608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0..*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07608" y="2816352"/>
            <a:ext cx="59436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16752" y="2523744"/>
            <a:ext cx="502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生成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6" y="2962656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2523744"/>
            <a:ext cx="329184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1..*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007608" y="1115568"/>
            <a:ext cx="0" cy="877824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07608" y="1115568"/>
            <a:ext cx="3621024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628632" y="1115568"/>
            <a:ext cx="0" cy="74980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06640" y="859536"/>
            <a:ext cx="74980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收集评价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8" y="1755648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5168" y="859536"/>
            <a:ext cx="292608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0..*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8778240" y="3273552"/>
            <a:ext cx="850392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961120" y="2980944"/>
            <a:ext cx="74980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Microsoft YaHei"/>
              </a:rPr>
              <a:t>排序对象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13648" y="3419856"/>
            <a:ext cx="310896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1..*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1432" y="3419856"/>
            <a:ext cx="274320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Microsoft YaHei"/>
              </a:rPr>
              <a:t>0..*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