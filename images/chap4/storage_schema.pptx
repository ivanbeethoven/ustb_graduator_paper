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核心实体与存储结构图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49808"/>
            <a:ext cx="11183112" cy="553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orag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" y="2082983"/>
            <a:ext cx="10853928" cy="28657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