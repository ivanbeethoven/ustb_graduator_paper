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数据流与审计归档图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49808"/>
            <a:ext cx="11183112" cy="5532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_flow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825" y="914400"/>
            <a:ext cx="3069301" cy="5202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