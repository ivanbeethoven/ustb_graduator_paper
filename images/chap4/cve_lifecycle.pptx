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CVE 漏洞处置生命周期图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49808"/>
            <a:ext cx="11183112" cy="5532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ve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417" y="914400"/>
            <a:ext cx="3616116" cy="5202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