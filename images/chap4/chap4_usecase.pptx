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" y="1280160"/>
            <a:ext cx="237744" cy="237744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32688" y="1536192"/>
            <a:ext cx="0" cy="50292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9808" y="1764792"/>
            <a:ext cx="36576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768096" y="203911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" y="203911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1167" y="237744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安全工程师</a:t>
            </a:r>
          </a:p>
        </p:txBody>
      </p:sp>
      <p:sp>
        <p:nvSpPr>
          <p:cNvPr id="8" name="Oval 7"/>
          <p:cNvSpPr/>
          <p:nvPr/>
        </p:nvSpPr>
        <p:spPr>
          <a:xfrm>
            <a:off x="813816" y="4114800"/>
            <a:ext cx="237744" cy="237744"/>
          </a:xfrm>
          <a:prstGeom prst="ellipse">
            <a:avLst/>
          </a:prstGeom>
          <a:noFill/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32688" y="4370832"/>
            <a:ext cx="0" cy="50292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8" y="4599432"/>
            <a:ext cx="365760" cy="0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68096" y="487375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" y="4873752"/>
            <a:ext cx="164592" cy="301752"/>
          </a:xfrm>
          <a:prstGeom prst="line">
            <a:avLst/>
          </a:prstGeom>
          <a:ln w="1270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1167" y="521208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专家评审员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57400" y="411480"/>
            <a:ext cx="8092440" cy="5897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80360" y="1078992"/>
            <a:ext cx="1463040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浏览漏洞知识与证据</a:t>
            </a:r>
          </a:p>
        </p:txBody>
      </p:sp>
      <p:sp>
        <p:nvSpPr>
          <p:cNvPr id="16" name="Oval 15"/>
          <p:cNvSpPr/>
          <p:nvPr/>
        </p:nvSpPr>
        <p:spPr>
          <a:xfrm>
            <a:off x="2880360" y="1847088"/>
            <a:ext cx="1188720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创建分析会话</a:t>
            </a:r>
          </a:p>
        </p:txBody>
      </p:sp>
      <p:sp>
        <p:nvSpPr>
          <p:cNvPr id="17" name="Oval 16"/>
          <p:cNvSpPr/>
          <p:nvPr/>
        </p:nvSpPr>
        <p:spPr>
          <a:xfrm>
            <a:off x="5074920" y="1847088"/>
            <a:ext cx="1188720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生成候选策略</a:t>
            </a:r>
          </a:p>
        </p:txBody>
      </p:sp>
      <p:sp>
        <p:nvSpPr>
          <p:cNvPr id="18" name="Oval 17"/>
          <p:cNvSpPr/>
          <p:nvPr/>
        </p:nvSpPr>
        <p:spPr>
          <a:xfrm>
            <a:off x="2880360" y="2670048"/>
            <a:ext cx="1463040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反馈修订与再生成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80360" y="4005072"/>
            <a:ext cx="12984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三维质量评审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4773168"/>
            <a:ext cx="1353312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同类型候选排序</a:t>
            </a:r>
          </a:p>
        </p:txBody>
      </p:sp>
      <p:sp>
        <p:nvSpPr>
          <p:cNvPr id="21" name="Oval 20"/>
          <p:cNvSpPr/>
          <p:nvPr/>
        </p:nvSpPr>
        <p:spPr>
          <a:xfrm>
            <a:off x="5074920" y="4773168"/>
            <a:ext cx="12984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确认交付结果</a:t>
            </a:r>
          </a:p>
        </p:txBody>
      </p:sp>
      <p:sp>
        <p:nvSpPr>
          <p:cNvPr id="22" name="Oval 21"/>
          <p:cNvSpPr/>
          <p:nvPr/>
        </p:nvSpPr>
        <p:spPr>
          <a:xfrm>
            <a:off x="7406640" y="4773168"/>
            <a:ext cx="1051560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部署验证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5532120"/>
            <a:ext cx="1600200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Microsoft YaHei"/>
              </a:rPr>
              <a:t>查看评审与审计记录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298448" y="1271016"/>
            <a:ext cx="1581912" cy="393192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98448" y="1828800"/>
            <a:ext cx="1581912" cy="210312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98448" y="2057400"/>
            <a:ext cx="1581912" cy="804672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98448" y="2240280"/>
            <a:ext cx="3776472" cy="2724912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98448" y="4197096"/>
            <a:ext cx="1581912" cy="356616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98448" y="4736592"/>
            <a:ext cx="1581912" cy="228600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98448" y="4956048"/>
            <a:ext cx="3639312" cy="768096"/>
          </a:xfrm>
          <a:prstGeom prst="line">
            <a:avLst/>
          </a:prstGeom>
          <a:ln w="1143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69080" y="2039112"/>
            <a:ext cx="1005840" cy="0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42816" y="1591055"/>
            <a:ext cx="658368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触发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343400" y="2231136"/>
            <a:ext cx="731520" cy="630936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15383" y="2359152"/>
            <a:ext cx="804672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反馈驱动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73368" y="4965192"/>
            <a:ext cx="1033272" cy="0"/>
          </a:xfrm>
          <a:prstGeom prst="line">
            <a:avLst/>
          </a:prstGeom>
          <a:ln w="12700">
            <a:solidFill>
              <a:srgbClr val="7A7A7A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37376" y="4517136"/>
            <a:ext cx="932688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1E1E"/>
                </a:solidFill>
                <a:latin typeface="Microsoft YaHei"/>
              </a:rPr>
              <a:t>通过后执行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